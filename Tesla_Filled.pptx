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891" r:id="rId1"/>
    <p:sldMasterId id="2147484336" r:id="rId2"/>
    <p:sldMasterId id="2147485709" r:id="rId3"/>
    <p:sldMasterId id="2147486762" r:id="rId4"/>
    <p:sldMasterId id="2147486764" r:id="rId5"/>
    <p:sldMasterId id="2147486896" r:id="rId6"/>
    <p:sldMasterId id="2147486898" r:id="rId7"/>
    <p:sldMasterId id="2147486902" r:id="rId8"/>
    <p:sldMasterId id="2147486904" r:id="rId9"/>
    <p:sldMasterId id="2147486906" r:id="rId10"/>
  </p:sldMasterIdLst>
  <p:notesMasterIdLst>
    <p:notesMasterId r:id="rId19"/>
  </p:notesMasterIdLst>
  <p:handoutMasterIdLst>
    <p:handoutMasterId r:id="rId20"/>
  </p:handoutMasterIdLst>
  <p:sldIdLst>
    <p:sldId id="1109" r:id="rId11"/>
    <p:sldId id="508" r:id="rId12"/>
    <p:sldId id="2147483589" r:id="rId13"/>
    <p:sldId id="727" r:id="rId14"/>
    <p:sldId id="907" r:id="rId15"/>
    <p:sldId id="2147483592" r:id="rId16"/>
    <p:sldId id="1346" r:id="rId17"/>
    <p:sldId id="397" r:id="rId18"/>
  </p:sldIdLst>
  <p:sldSz cx="9144000" cy="6858000" type="screen4x3"/>
  <p:notesSz cx="6794500" cy="990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682">
          <p15:clr>
            <a:srgbClr val="A4A3A4"/>
          </p15:clr>
        </p15:guide>
        <p15:guide id="3" orient="horz" pos="903">
          <p15:clr>
            <a:srgbClr val="A4A3A4"/>
          </p15:clr>
        </p15:guide>
        <p15:guide id="4" orient="horz" pos="3858">
          <p15:clr>
            <a:srgbClr val="A4A3A4"/>
          </p15:clr>
        </p15:guide>
        <p15:guide id="5" orient="horz" pos="127">
          <p15:clr>
            <a:srgbClr val="A4A3A4"/>
          </p15:clr>
        </p15:guide>
        <p15:guide id="6" orient="horz" pos="4319">
          <p15:clr>
            <a:srgbClr val="A4A3A4"/>
          </p15:clr>
        </p15:guide>
        <p15:guide id="7" orient="horz" pos="4111">
          <p15:clr>
            <a:srgbClr val="A4A3A4"/>
          </p15:clr>
        </p15:guide>
        <p15:guide id="8" pos="2886">
          <p15:clr>
            <a:srgbClr val="A4A3A4"/>
          </p15:clr>
        </p15:guide>
        <p15:guide id="9" pos="286">
          <p15:clr>
            <a:srgbClr val="A4A3A4"/>
          </p15:clr>
        </p15:guide>
        <p15:guide id="10" pos="5473">
          <p15:clr>
            <a:srgbClr val="A4A3A4"/>
          </p15:clr>
        </p15:guide>
        <p15:guide id="11" pos="2937">
          <p15:clr>
            <a:srgbClr val="A4A3A4"/>
          </p15:clr>
        </p15:guide>
        <p15:guide id="12" pos="2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A50021"/>
    <a:srgbClr val="FFFFFF"/>
    <a:srgbClr val="FFFBD5"/>
    <a:srgbClr val="99CC00"/>
    <a:srgbClr val="99FF33"/>
    <a:srgbClr val="990033"/>
    <a:srgbClr val="FFF8B3"/>
    <a:srgbClr val="8000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65F40-0538-4CB1-B070-90ECE7B86D2E}" v="13" dt="2026-06-20T03:44:44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15" autoAdjust="0"/>
    <p:restoredTop sz="94363" autoAdjust="0"/>
  </p:normalViewPr>
  <p:slideViewPr>
    <p:cSldViewPr snapToGrid="0" snapToObjects="1" showGuides="1">
      <p:cViewPr varScale="1">
        <p:scale>
          <a:sx n="70" d="100"/>
          <a:sy n="70" d="100"/>
        </p:scale>
        <p:origin x="1380" y="48"/>
      </p:cViewPr>
      <p:guideLst>
        <p:guide orient="horz" pos="2160"/>
        <p:guide orient="horz" pos="682"/>
        <p:guide orient="horz" pos="903"/>
        <p:guide orient="horz" pos="3858"/>
        <p:guide orient="horz" pos="127"/>
        <p:guide orient="horz" pos="4319"/>
        <p:guide orient="horz" pos="4111"/>
        <p:guide pos="2886"/>
        <p:guide pos="286"/>
        <p:guide pos="5473"/>
        <p:guide pos="2937"/>
        <p:guide pos="2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>
        <p:scale>
          <a:sx n="200" d="100"/>
          <a:sy n="200" d="100"/>
        </p:scale>
        <p:origin x="612" y="2742"/>
      </p:cViewPr>
      <p:guideLst>
        <p:guide orient="horz" pos="3120"/>
        <p:guide pos="214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H Dongju" userId="407bda2d-587f-4e86-b8c5-1fb7291df331" providerId="ADAL" clId="{2B3E3ED0-7654-4609-9160-AA6165F9F0CA}"/>
    <pc:docChg chg="undo custSel mod addSld delSld modSld">
      <pc:chgData name="OH Dongju" userId="407bda2d-587f-4e86-b8c5-1fb7291df331" providerId="ADAL" clId="{2B3E3ED0-7654-4609-9160-AA6165F9F0CA}" dt="2026-06-20T04:00:44.006" v="122" actId="47"/>
      <pc:docMkLst>
        <pc:docMk/>
      </pc:docMkLst>
      <pc:sldChg chg="addSp delSp modSp mod">
        <pc:chgData name="OH Dongju" userId="407bda2d-587f-4e86-b8c5-1fb7291df331" providerId="ADAL" clId="{2B3E3ED0-7654-4609-9160-AA6165F9F0CA}" dt="2026-06-20T04:00:33.966" v="119" actId="478"/>
        <pc:sldMkLst>
          <pc:docMk/>
          <pc:sldMk cId="304476225" sldId="727"/>
        </pc:sldMkLst>
        <pc:spChg chg="add del mod">
          <ac:chgData name="OH Dongju" userId="407bda2d-587f-4e86-b8c5-1fb7291df331" providerId="ADAL" clId="{2B3E3ED0-7654-4609-9160-AA6165F9F0CA}" dt="2026-06-20T04:00:33.966" v="119" actId="478"/>
          <ac:spMkLst>
            <pc:docMk/>
            <pc:sldMk cId="304476225" sldId="727"/>
            <ac:spMk id="5" creationId="{B52BC88E-A60A-85A8-AD70-5EEF1399660D}"/>
          </ac:spMkLst>
        </pc:spChg>
      </pc:sldChg>
      <pc:sldChg chg="addSp delSp modSp mod">
        <pc:chgData name="OH Dongju" userId="407bda2d-587f-4e86-b8c5-1fb7291df331" providerId="ADAL" clId="{2B3E3ED0-7654-4609-9160-AA6165F9F0CA}" dt="2026-06-20T04:00:29.909" v="118" actId="478"/>
        <pc:sldMkLst>
          <pc:docMk/>
          <pc:sldMk cId="1682562277" sldId="907"/>
        </pc:sldMkLst>
        <pc:spChg chg="add del mod">
          <ac:chgData name="OH Dongju" userId="407bda2d-587f-4e86-b8c5-1fb7291df331" providerId="ADAL" clId="{2B3E3ED0-7654-4609-9160-AA6165F9F0CA}" dt="2026-06-20T04:00:29.909" v="118" actId="478"/>
          <ac:spMkLst>
            <pc:docMk/>
            <pc:sldMk cId="1682562277" sldId="907"/>
            <ac:spMk id="5" creationId="{1E0D62AE-E7B3-13DC-466A-C9CF5E38A333}"/>
          </ac:spMkLst>
        </pc:spChg>
        <pc:spChg chg="add del mod">
          <ac:chgData name="OH Dongju" userId="407bda2d-587f-4e86-b8c5-1fb7291df331" providerId="ADAL" clId="{2B3E3ED0-7654-4609-9160-AA6165F9F0CA}" dt="2026-06-20T04:00:28.456" v="117" actId="478"/>
          <ac:spMkLst>
            <pc:docMk/>
            <pc:sldMk cId="1682562277" sldId="907"/>
            <ac:spMk id="7" creationId="{E6B75889-4FA5-831F-C211-DA2BA56DAA89}"/>
          </ac:spMkLst>
        </pc:spChg>
      </pc:sldChg>
      <pc:sldChg chg="addSp delSp modSp del mod">
        <pc:chgData name="OH Dongju" userId="407bda2d-587f-4e86-b8c5-1fb7291df331" providerId="ADAL" clId="{2B3E3ED0-7654-4609-9160-AA6165F9F0CA}" dt="2026-06-20T04:00:44.006" v="122" actId="47"/>
        <pc:sldMkLst>
          <pc:docMk/>
          <pc:sldMk cId="2926861215" sldId="908"/>
        </pc:sldMkLst>
        <pc:spChg chg="add del mod">
          <ac:chgData name="OH Dongju" userId="407bda2d-587f-4e86-b8c5-1fb7291df331" providerId="ADAL" clId="{2B3E3ED0-7654-4609-9160-AA6165F9F0CA}" dt="2026-06-20T04:00:24.856" v="115" actId="478"/>
          <ac:spMkLst>
            <pc:docMk/>
            <pc:sldMk cId="2926861215" sldId="908"/>
            <ac:spMk id="5" creationId="{B17DB6BC-4F0A-F622-8885-C9091689A706}"/>
          </ac:spMkLst>
        </pc:spChg>
        <pc:spChg chg="add del mod">
          <ac:chgData name="OH Dongju" userId="407bda2d-587f-4e86-b8c5-1fb7291df331" providerId="ADAL" clId="{2B3E3ED0-7654-4609-9160-AA6165F9F0CA}" dt="2026-06-20T04:00:26.196" v="116" actId="478"/>
          <ac:spMkLst>
            <pc:docMk/>
            <pc:sldMk cId="2926861215" sldId="908"/>
            <ac:spMk id="7" creationId="{B8F0C8CC-9FCC-7D03-DC48-5DA6E5DA55EB}"/>
          </ac:spMkLst>
        </pc:spChg>
        <pc:spChg chg="add del mod">
          <ac:chgData name="OH Dongju" userId="407bda2d-587f-4e86-b8c5-1fb7291df331" providerId="ADAL" clId="{2B3E3ED0-7654-4609-9160-AA6165F9F0CA}" dt="2026-06-20T03:42:12.740" v="96" actId="478"/>
          <ac:spMkLst>
            <pc:docMk/>
            <pc:sldMk cId="2926861215" sldId="908"/>
            <ac:spMk id="10" creationId="{32B6DE4C-0DC5-1DFE-5FAC-3C174CF61F1F}"/>
          </ac:spMkLst>
        </pc:spChg>
      </pc:sldChg>
      <pc:sldChg chg="modSp mod">
        <pc:chgData name="OH Dongju" userId="407bda2d-587f-4e86-b8c5-1fb7291df331" providerId="ADAL" clId="{2B3E3ED0-7654-4609-9160-AA6165F9F0CA}" dt="2026-06-20T03:30:25.498" v="16" actId="21"/>
        <pc:sldMkLst>
          <pc:docMk/>
          <pc:sldMk cId="2610035990" sldId="2147483589"/>
        </pc:sldMkLst>
        <pc:spChg chg="mod">
          <ac:chgData name="OH Dongju" userId="407bda2d-587f-4e86-b8c5-1fb7291df331" providerId="ADAL" clId="{2B3E3ED0-7654-4609-9160-AA6165F9F0CA}" dt="2026-06-20T03:30:25.498" v="16" actId="21"/>
          <ac:spMkLst>
            <pc:docMk/>
            <pc:sldMk cId="2610035990" sldId="2147483589"/>
            <ac:spMk id="2" creationId="{57F03442-89FF-4A76-802C-EA6E8CEF5DE2}"/>
          </ac:spMkLst>
        </pc:spChg>
      </pc:sldChg>
      <pc:sldChg chg="addSp delSp modSp add del mod">
        <pc:chgData name="OH Dongju" userId="407bda2d-587f-4e86-b8c5-1fb7291df331" providerId="ADAL" clId="{2B3E3ED0-7654-4609-9160-AA6165F9F0CA}" dt="2026-06-20T04:00:39.442" v="120" actId="47"/>
        <pc:sldMkLst>
          <pc:docMk/>
          <pc:sldMk cId="283952851" sldId="2147483590"/>
        </pc:sldMkLst>
        <pc:spChg chg="del">
          <ac:chgData name="OH Dongju" userId="407bda2d-587f-4e86-b8c5-1fb7291df331" providerId="ADAL" clId="{2B3E3ED0-7654-4609-9160-AA6165F9F0CA}" dt="2026-06-20T03:42:19.298" v="98" actId="478"/>
          <ac:spMkLst>
            <pc:docMk/>
            <pc:sldMk cId="283952851" sldId="2147483590"/>
            <ac:spMk id="5" creationId="{176E4AAA-C6B0-8448-B76A-86B37320BBF6}"/>
          </ac:spMkLst>
        </pc:spChg>
        <pc:spChg chg="del">
          <ac:chgData name="OH Dongju" userId="407bda2d-587f-4e86-b8c5-1fb7291df331" providerId="ADAL" clId="{2B3E3ED0-7654-4609-9160-AA6165F9F0CA}" dt="2026-06-20T03:42:17.273" v="97" actId="478"/>
          <ac:spMkLst>
            <pc:docMk/>
            <pc:sldMk cId="283952851" sldId="2147483590"/>
            <ac:spMk id="7" creationId="{B2D24070-1604-0C16-ECD9-9D10362A7AA3}"/>
          </ac:spMkLst>
        </pc:spChg>
        <pc:spChg chg="add del mod">
          <ac:chgData name="OH Dongju" userId="407bda2d-587f-4e86-b8c5-1fb7291df331" providerId="ADAL" clId="{2B3E3ED0-7654-4609-9160-AA6165F9F0CA}" dt="2026-06-20T04:00:22.568" v="114" actId="478"/>
          <ac:spMkLst>
            <pc:docMk/>
            <pc:sldMk cId="283952851" sldId="2147483590"/>
            <ac:spMk id="10" creationId="{3FF69D89-DE0B-E97F-5141-C6648DDAFF07}"/>
          </ac:spMkLst>
        </pc:spChg>
      </pc:sldChg>
      <pc:sldChg chg="delSp modSp add del mod">
        <pc:chgData name="OH Dongju" userId="407bda2d-587f-4e86-b8c5-1fb7291df331" providerId="ADAL" clId="{2B3E3ED0-7654-4609-9160-AA6165F9F0CA}" dt="2026-06-20T04:00:40.891" v="121" actId="47"/>
        <pc:sldMkLst>
          <pc:docMk/>
          <pc:sldMk cId="3259379833" sldId="2147483591"/>
        </pc:sldMkLst>
        <pc:spChg chg="del mod">
          <ac:chgData name="OH Dongju" userId="407bda2d-587f-4e86-b8c5-1fb7291df331" providerId="ADAL" clId="{2B3E3ED0-7654-4609-9160-AA6165F9F0CA}" dt="2026-06-20T04:00:19.993" v="113" actId="478"/>
          <ac:spMkLst>
            <pc:docMk/>
            <pc:sldMk cId="3259379833" sldId="2147483591"/>
            <ac:spMk id="10" creationId="{58A7AF91-F07D-073A-BBB4-E7CB354A8795}"/>
          </ac:spMkLst>
        </pc:spChg>
      </pc:sldChg>
      <pc:sldChg chg="delSp modSp add mod">
        <pc:chgData name="OH Dongju" userId="407bda2d-587f-4e86-b8c5-1fb7291df331" providerId="ADAL" clId="{2B3E3ED0-7654-4609-9160-AA6165F9F0CA}" dt="2026-06-20T04:00:18.488" v="112"/>
        <pc:sldMkLst>
          <pc:docMk/>
          <pc:sldMk cId="2829853321" sldId="2147483592"/>
        </pc:sldMkLst>
        <pc:spChg chg="del mod">
          <ac:chgData name="OH Dongju" userId="407bda2d-587f-4e86-b8c5-1fb7291df331" providerId="ADAL" clId="{2B3E3ED0-7654-4609-9160-AA6165F9F0CA}" dt="2026-06-20T04:00:18.488" v="112"/>
          <ac:spMkLst>
            <pc:docMk/>
            <pc:sldMk cId="2829853321" sldId="2147483592"/>
            <ac:spMk id="10" creationId="{D32D351B-0A88-B753-C308-856CF0ABFA9B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283" cy="495300"/>
          </a:xfrm>
          <a:prstGeom prst="rect">
            <a:avLst/>
          </a:prstGeom>
        </p:spPr>
        <p:txBody>
          <a:bodyPr vert="horz" lIns="96506" tIns="48254" rIns="96506" bIns="48254" rtlCol="0"/>
          <a:lstStyle>
            <a:lvl1pPr algn="l">
              <a:defRPr sz="13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6506" tIns="48254" rIns="96506" bIns="48254" rtlCol="0"/>
          <a:lstStyle>
            <a:lvl1pPr algn="r">
              <a:defRPr sz="13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08981"/>
            <a:ext cx="2944283" cy="495300"/>
          </a:xfrm>
          <a:prstGeom prst="rect">
            <a:avLst/>
          </a:prstGeom>
        </p:spPr>
        <p:txBody>
          <a:bodyPr vert="horz" lIns="96506" tIns="48254" rIns="96506" bIns="48254" rtlCol="0" anchor="b"/>
          <a:lstStyle>
            <a:lvl1pPr algn="l">
              <a:defRPr sz="13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6506" tIns="48254" rIns="96506" bIns="48254" rtlCol="0" anchor="b"/>
          <a:lstStyle>
            <a:lvl1pPr algn="r">
              <a:defRPr sz="13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283" cy="495300"/>
          </a:xfrm>
          <a:prstGeom prst="rect">
            <a:avLst/>
          </a:prstGeom>
        </p:spPr>
        <p:txBody>
          <a:bodyPr vert="horz" lIns="96506" tIns="48254" rIns="96506" bIns="48254" rtlCol="0"/>
          <a:lstStyle>
            <a:lvl1pPr algn="l">
              <a:defRPr sz="13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6506" tIns="48254" rIns="96506" bIns="48254" rtlCol="0"/>
          <a:lstStyle>
            <a:lvl1pPr algn="r">
              <a:defRPr sz="13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2950"/>
            <a:ext cx="4956175" cy="37163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06" tIns="48254" rIns="96506" bIns="48254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vert="horz" lIns="96506" tIns="48254" rIns="96506" bIns="48254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08981"/>
            <a:ext cx="2944283" cy="495300"/>
          </a:xfrm>
          <a:prstGeom prst="rect">
            <a:avLst/>
          </a:prstGeom>
        </p:spPr>
        <p:txBody>
          <a:bodyPr vert="horz" lIns="96506" tIns="48254" rIns="96506" bIns="48254" rtlCol="0" anchor="b"/>
          <a:lstStyle>
            <a:lvl1pPr algn="l">
              <a:defRPr sz="13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6506" tIns="48254" rIns="96506" bIns="48254" rtlCol="0" anchor="b"/>
          <a:lstStyle>
            <a:lvl1pPr algn="r">
              <a:defRPr sz="13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30275" y="749300"/>
            <a:ext cx="4933950" cy="37004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F680D9-8272-4832-8248-DF39EAEDFDA0}" type="datetime4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굴림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June 20, 2026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굴림" pitchFamily="50" charset="-127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4F8D94-1304-48D7-9EB4-BDE483EB6666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굴림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3298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026" name="Slide Image Placeholder 1">
            <a:extLst>
              <a:ext uri="{FF2B5EF4-FFF2-40B4-BE49-F238E27FC236}">
                <a16:creationId xmlns:a16="http://schemas.microsoft.com/office/drawing/2014/main" id="{5DD73802-7943-26B5-33EA-C74D04C855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9027" name="Notes Placeholder 2">
            <a:extLst>
              <a:ext uri="{FF2B5EF4-FFF2-40B4-BE49-F238E27FC236}">
                <a16:creationId xmlns:a16="http://schemas.microsoft.com/office/drawing/2014/main" id="{4AD227BC-4326-DD58-00E4-531DA7F55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ea typeface="굴림" panose="020B0600000101010101" pitchFamily="50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65EA8A4-D63B-41D1-8E72-ED03550370A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7030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026" name="Slide Image Placeholder 1">
            <a:extLst>
              <a:ext uri="{FF2B5EF4-FFF2-40B4-BE49-F238E27FC236}">
                <a16:creationId xmlns:a16="http://schemas.microsoft.com/office/drawing/2014/main" id="{5DD73802-7943-26B5-33EA-C74D04C855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9027" name="Notes Placeholder 2">
            <a:extLst>
              <a:ext uri="{FF2B5EF4-FFF2-40B4-BE49-F238E27FC236}">
                <a16:creationId xmlns:a16="http://schemas.microsoft.com/office/drawing/2014/main" id="{4AD227BC-4326-DD58-00E4-531DA7F55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6914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026" name="Slide Image Placeholder 1">
            <a:extLst>
              <a:ext uri="{FF2B5EF4-FFF2-40B4-BE49-F238E27FC236}">
                <a16:creationId xmlns:a16="http://schemas.microsoft.com/office/drawing/2014/main" id="{5DD73802-7943-26B5-33EA-C74D04C855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9027" name="Notes Placeholder 2">
            <a:extLst>
              <a:ext uri="{FF2B5EF4-FFF2-40B4-BE49-F238E27FC236}">
                <a16:creationId xmlns:a16="http://schemas.microsoft.com/office/drawing/2014/main" id="{4AD227BC-4326-DD58-00E4-531DA7F55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ea typeface="굴림" panose="020B0600000101010101" pitchFamily="50" charset="-127"/>
            </a:endParaRPr>
          </a:p>
        </p:txBody>
      </p:sp>
      <p:sp>
        <p:nvSpPr>
          <p:cNvPr id="2049028" name="Slide Number Placeholder 3">
            <a:extLst>
              <a:ext uri="{FF2B5EF4-FFF2-40B4-BE49-F238E27FC236}">
                <a16:creationId xmlns:a16="http://schemas.microsoft.com/office/drawing/2014/main" id="{4A7B71F1-EE2D-6E0C-283B-C257BD284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461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1A9C56-B199-4F7C-9160-7100CF82D2B2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  <a:cs typeface="+mn-cs"/>
              </a:rPr>
              <a:pPr marL="0" marR="0" lvl="0" indent="0" algn="r" defTabSz="9461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6440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026" name="Slide Image Placeholder 1">
            <a:extLst>
              <a:ext uri="{FF2B5EF4-FFF2-40B4-BE49-F238E27FC236}">
                <a16:creationId xmlns:a16="http://schemas.microsoft.com/office/drawing/2014/main" id="{5DD73802-7943-26B5-33EA-C74D04C855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9027" name="Notes Placeholder 2">
            <a:extLst>
              <a:ext uri="{FF2B5EF4-FFF2-40B4-BE49-F238E27FC236}">
                <a16:creationId xmlns:a16="http://schemas.microsoft.com/office/drawing/2014/main" id="{4AD227BC-4326-DD58-00E4-531DA7F55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ea typeface="굴림" panose="020B0600000101010101" pitchFamily="50" charset="-127"/>
            </a:endParaRPr>
          </a:p>
        </p:txBody>
      </p:sp>
      <p:sp>
        <p:nvSpPr>
          <p:cNvPr id="2049028" name="Slide Number Placeholder 3">
            <a:extLst>
              <a:ext uri="{FF2B5EF4-FFF2-40B4-BE49-F238E27FC236}">
                <a16:creationId xmlns:a16="http://schemas.microsoft.com/office/drawing/2014/main" id="{4A7B71F1-EE2D-6E0C-283B-C257BD284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461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1A9C56-B199-4F7C-9160-7100CF82D2B2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  <a:cs typeface="+mn-cs"/>
              </a:rPr>
              <a:pPr marL="0" marR="0" lvl="0" indent="0" algn="r" defTabSz="9461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159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5F263-D70A-3B43-E395-C1E22EBAB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026" name="Slide Image Placeholder 1">
            <a:extLst>
              <a:ext uri="{FF2B5EF4-FFF2-40B4-BE49-F238E27FC236}">
                <a16:creationId xmlns:a16="http://schemas.microsoft.com/office/drawing/2014/main" id="{99A7441E-CDE8-F566-CBAF-50653DCA02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9027" name="Notes Placeholder 2">
            <a:extLst>
              <a:ext uri="{FF2B5EF4-FFF2-40B4-BE49-F238E27FC236}">
                <a16:creationId xmlns:a16="http://schemas.microsoft.com/office/drawing/2014/main" id="{53F67D40-9706-C9B1-7AE2-741EE4A29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ea typeface="굴림" panose="020B0600000101010101" pitchFamily="50" charset="-127"/>
            </a:endParaRPr>
          </a:p>
        </p:txBody>
      </p:sp>
      <p:sp>
        <p:nvSpPr>
          <p:cNvPr id="2049028" name="Slide Number Placeholder 3">
            <a:extLst>
              <a:ext uri="{FF2B5EF4-FFF2-40B4-BE49-F238E27FC236}">
                <a16:creationId xmlns:a16="http://schemas.microsoft.com/office/drawing/2014/main" id="{4173CB46-2AE8-9F52-EF41-20E4EBF06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461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1A9C56-B199-4F7C-9160-7100CF82D2B2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  <a:cs typeface="+mn-cs"/>
              </a:rPr>
              <a:pPr marL="0" marR="0" lvl="0" indent="0" algn="r" defTabSz="9461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1747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026" name="Slide Image Placeholder 1">
            <a:extLst>
              <a:ext uri="{FF2B5EF4-FFF2-40B4-BE49-F238E27FC236}">
                <a16:creationId xmlns:a16="http://schemas.microsoft.com/office/drawing/2014/main" id="{5DD73802-7943-26B5-33EA-C74D04C855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9027" name="Notes Placeholder 2">
            <a:extLst>
              <a:ext uri="{FF2B5EF4-FFF2-40B4-BE49-F238E27FC236}">
                <a16:creationId xmlns:a16="http://schemas.microsoft.com/office/drawing/2014/main" id="{4AD227BC-4326-DD58-00E4-531DA7F55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749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010" name="Slide Image Placeholder 1">
            <a:extLst>
              <a:ext uri="{FF2B5EF4-FFF2-40B4-BE49-F238E27FC236}">
                <a16:creationId xmlns:a16="http://schemas.microsoft.com/office/drawing/2014/main" id="{251DAE37-26D1-AECD-BD78-6D5FC195CF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9011" name="Notes Placeholder 2">
            <a:extLst>
              <a:ext uri="{FF2B5EF4-FFF2-40B4-BE49-F238E27FC236}">
                <a16:creationId xmlns:a16="http://schemas.microsoft.com/office/drawing/2014/main" id="{0D0A3A60-724E-6B3C-F01F-897A676B9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ea typeface="굴림" panose="020B0600000101010101" pitchFamily="50" charset="-127"/>
            </a:endParaRPr>
          </a:p>
        </p:txBody>
      </p:sp>
      <p:sp>
        <p:nvSpPr>
          <p:cNvPr id="1579012" name="Slide Number Placeholder 3">
            <a:extLst>
              <a:ext uri="{FF2B5EF4-FFF2-40B4-BE49-F238E27FC236}">
                <a16:creationId xmlns:a16="http://schemas.microsoft.com/office/drawing/2014/main" id="{67E05A8D-3110-24D1-62F0-464CED281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615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461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A5DDF5-5810-4B87-8ACF-97E63C057348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  <a:cs typeface="+mn-cs"/>
              </a:rPr>
              <a:pPr marL="0" marR="0" lvl="0" indent="0" algn="r" defTabSz="9461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28510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8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2" y="1425602"/>
            <a:ext cx="8229600" cy="4700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457202" y="1044000"/>
            <a:ext cx="82296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85142" tIns="42571" rIns="85142" bIns="42571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88" b="0" dirty="0">
              <a:solidFill>
                <a:srgbClr val="646464"/>
              </a:solidFill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208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457202" y="1044000"/>
            <a:ext cx="82296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85142" tIns="42571" rIns="85142" bIns="42571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88" b="0" dirty="0">
              <a:solidFill>
                <a:srgbClr val="646464"/>
              </a:solidFill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30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57202" y="201171"/>
            <a:ext cx="8229600" cy="804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 algn="l" fontAlgn="base">
              <a:lnSpc>
                <a:spcPct val="85000"/>
              </a:lnSpc>
              <a:spcAft>
                <a:spcPct val="0"/>
              </a:spcAft>
            </a:pPr>
            <a:r>
              <a:rPr lang="en-US"/>
              <a:t>Click to edit Master title style</a:t>
            </a:r>
          </a:p>
        </p:txBody>
      </p:sp>
      <p:sp>
        <p:nvSpPr>
          <p:cNvPr id="4102" name="Freeform 6"/>
          <p:cNvSpPr>
            <a:spLocks/>
          </p:cNvSpPr>
          <p:nvPr userDrawn="1"/>
        </p:nvSpPr>
        <p:spPr bwMode="gray">
          <a:xfrm>
            <a:off x="448777" y="1057280"/>
            <a:ext cx="8240786" cy="51958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925" y="0"/>
              </a:cxn>
              <a:cxn ang="0">
                <a:pos x="6925" y="2053"/>
              </a:cxn>
              <a:cxn ang="0">
                <a:pos x="0" y="3273"/>
              </a:cxn>
              <a:cxn ang="0">
                <a:pos x="0" y="0"/>
              </a:cxn>
            </a:cxnLst>
            <a:rect l="0" t="0" r="r" b="b"/>
            <a:pathLst>
              <a:path w="6925" h="3273">
                <a:moveTo>
                  <a:pt x="0" y="0"/>
                </a:moveTo>
                <a:lnTo>
                  <a:pt x="6925" y="0"/>
                </a:lnTo>
                <a:lnTo>
                  <a:pt x="6925" y="2053"/>
                </a:lnTo>
                <a:lnTo>
                  <a:pt x="0" y="32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85142" tIns="42571" rIns="85142" bIns="42571" numCol="1" anchor="t" anchorCtr="0" compatLnSpc="1">
            <a:prstTxWarp prst="textNoShape">
              <a:avLst/>
            </a:prstTxWarp>
          </a:bodyPr>
          <a:lstStyle/>
          <a:p>
            <a:pPr defTabSz="851468" fontAlgn="auto" latinLnBrk="0">
              <a:spcBef>
                <a:spcPts val="0"/>
              </a:spcBef>
              <a:spcAft>
                <a:spcPts val="0"/>
              </a:spcAft>
            </a:pPr>
            <a:endParaRPr lang="en-GB" sz="1688" b="0" dirty="0">
              <a:solidFill>
                <a:srgbClr val="646464"/>
              </a:solidFill>
              <a:latin typeface="EYInterstate" panose="02000503020000020004" pitchFamily="2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3161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0">
            <a:extLst>
              <a:ext uri="{FF2B5EF4-FFF2-40B4-BE49-F238E27FC236}">
                <a16:creationId xmlns:a16="http://schemas.microsoft.com/office/drawing/2014/main" id="{B368B448-4FAE-5D94-FF51-98EBA1960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595" y="907852"/>
            <a:ext cx="8232322" cy="0"/>
          </a:xfrm>
          <a:prstGeom prst="line">
            <a:avLst/>
          </a:prstGeom>
          <a:noFill/>
          <a:ln w="19050">
            <a:solidFill>
              <a:srgbClr val="FFE600"/>
            </a:solidFill>
            <a:round/>
            <a:headEnd/>
            <a:tailEnd/>
          </a:ln>
          <a:effectLst/>
        </p:spPr>
        <p:txBody>
          <a:bodyPr wrap="none" lIns="88682" tIns="44346" rIns="88682" bIns="44346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13" b="0" u="none" dirty="0">
              <a:solidFill>
                <a:srgbClr val="2E2E38"/>
              </a:solidFill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94200"/>
            <a:ext cx="8229600" cy="590400"/>
          </a:xfrm>
        </p:spPr>
        <p:txBody>
          <a:bodyPr/>
          <a:lstStyle>
            <a:lvl1pPr>
              <a:defRPr sz="178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457202" y="1137920"/>
            <a:ext cx="8229600" cy="49479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AE3EA7D-8022-401A-7471-0B821028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u="sng"/>
            </a:lvl1pPr>
          </a:lstStyle>
          <a:p>
            <a:pPr>
              <a:defRPr/>
            </a:pPr>
            <a:r>
              <a:rPr lang="en-IN" altLang="ko-KR"/>
              <a:t>Page </a:t>
            </a:r>
            <a:fld id="{44BFC647-B972-410E-BD84-5FEFB8C12909}" type="slidenum">
              <a:rPr lang="en-GB" altLang="ko-KR" smtClean="0"/>
              <a:pPr>
                <a:defRPr/>
              </a:pPr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457588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2" y="1425602"/>
            <a:ext cx="8229600" cy="4700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457202" y="1044000"/>
            <a:ext cx="82296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83812" tIns="41906" rIns="83812" bIns="41906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61" b="0" dirty="0">
              <a:solidFill>
                <a:srgbClr val="646464"/>
              </a:solidFill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400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2" y="1425602"/>
            <a:ext cx="8229600" cy="4700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457202" y="1044000"/>
            <a:ext cx="82296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85142" tIns="42571" rIns="85142" bIns="42571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88" b="0" dirty="0">
              <a:solidFill>
                <a:srgbClr val="646464"/>
              </a:solidFill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684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2" y="1425602"/>
            <a:ext cx="8229600" cy="4700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457202" y="1044000"/>
            <a:ext cx="82296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81347" tIns="40673" rIns="81347" bIns="40673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13" b="0" dirty="0">
              <a:solidFill>
                <a:srgbClr val="646464"/>
              </a:solidFill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969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976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">
            <a:extLst>
              <a:ext uri="{FF2B5EF4-FFF2-40B4-BE49-F238E27FC236}">
                <a16:creationId xmlns:a16="http://schemas.microsoft.com/office/drawing/2014/main" id="{528FD2B3-2D5C-4F5A-931E-C4F2CEF2B0C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6595" y="1043286"/>
            <a:ext cx="823081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772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1163"/>
            <a:ext cx="8232775" cy="86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5598"/>
            <a:ext cx="8229600" cy="469897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  <a:latin typeface="+mn-lt"/>
                <a:cs typeface="Arial" pitchFamily="34" charset="0"/>
              </a:defRPr>
            </a:lvl2pPr>
            <a:lvl3pPr>
              <a:defRPr>
                <a:solidFill>
                  <a:schemeClr val="bg1"/>
                </a:solidFill>
                <a:latin typeface="+mn-lt"/>
                <a:cs typeface="Arial" pitchFamily="34" charset="0"/>
              </a:defRPr>
            </a:lvl3pPr>
            <a:lvl4pPr>
              <a:defRPr>
                <a:solidFill>
                  <a:schemeClr val="bg1"/>
                </a:solidFill>
                <a:latin typeface="+mn-lt"/>
                <a:cs typeface="Arial" pitchFamily="34" charset="0"/>
              </a:defRPr>
            </a:lvl4pPr>
            <a:lvl5pPr>
              <a:defRPr>
                <a:solidFill>
                  <a:schemeClr val="bg1"/>
                </a:solidFill>
                <a:latin typeface="+mn-lt"/>
                <a:cs typeface="Arial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44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>
            <a:extLst>
              <a:ext uri="{FF2B5EF4-FFF2-40B4-BE49-F238E27FC236}">
                <a16:creationId xmlns:a16="http://schemas.microsoft.com/office/drawing/2014/main" id="{6080A604-3DC4-4677-AE5F-E94CA1BA8E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13" y="1489"/>
          <a:ext cx="1511" cy="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5" name="Object 2" hidden="1">
                        <a:extLst>
                          <a:ext uri="{FF2B5EF4-FFF2-40B4-BE49-F238E27FC236}">
                            <a16:creationId xmlns:a16="http://schemas.microsoft.com/office/drawing/2014/main" id="{6080A604-3DC4-4677-AE5F-E94CA1BA8E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3" y="1489"/>
                        <a:ext cx="1511" cy="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" hidden="1">
            <a:extLst>
              <a:ext uri="{FF2B5EF4-FFF2-40B4-BE49-F238E27FC236}">
                <a16:creationId xmlns:a16="http://schemas.microsoft.com/office/drawing/2014/main" id="{AF9EBCD8-2A65-420F-879C-F7979F8FCE6C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6655" cy="159247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830846" eaLnBrk="1" hangingPunct="1">
              <a:spcBef>
                <a:spcPct val="50000"/>
              </a:spcBef>
              <a:defRPr/>
            </a:pPr>
            <a:endParaRPr lang="en-US" altLang="ko-KR" sz="2090" b="0" kern="0" dirty="0"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  <a:cs typeface="Arial" panose="020B0604020202020204" pitchFamily="34" charset="0"/>
              <a:sym typeface="현대하모니 M" panose="02020603020101020101" pitchFamily="18" charset="-127"/>
            </a:endParaRPr>
          </a:p>
        </p:txBody>
      </p:sp>
      <p:sp>
        <p:nvSpPr>
          <p:cNvPr id="18" name="Title 5"/>
          <p:cNvSpPr>
            <a:spLocks noGrp="1"/>
          </p:cNvSpPr>
          <p:nvPr>
            <p:ph type="title"/>
          </p:nvPr>
        </p:nvSpPr>
        <p:spPr>
          <a:xfrm>
            <a:off x="417636" y="368301"/>
            <a:ext cx="8308730" cy="720001"/>
          </a:xfrm>
        </p:spPr>
        <p:txBody>
          <a:bodyPr/>
          <a:lstStyle>
            <a:lvl1pPr fontAlgn="auto">
              <a:spcBef>
                <a:spcPts val="0"/>
              </a:spcBef>
              <a:defRPr sz="1908" b="1" baseline="0">
                <a:solidFill>
                  <a:schemeClr val="bg1"/>
                </a:solidFill>
                <a:latin typeface="EYInterstate Light" panose="02000506000000020004" pitchFamily="2" charset="0"/>
                <a:ea typeface="함초롬돋움" panose="020B0604000101010101" pitchFamily="50" charset="-127"/>
                <a:cs typeface="Arial" panose="020B0604020202020204" pitchFamily="34" charset="0"/>
                <a:sym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403288" y="152149"/>
            <a:ext cx="3323077" cy="216000"/>
          </a:xfrm>
        </p:spPr>
        <p:txBody>
          <a:bodyPr wrap="none" lIns="0" tIns="0" rIns="0" bIns="0" anchor="ctr"/>
          <a:lstStyle>
            <a:lvl1pPr marL="0" indent="0" algn="r" fontAlgn="auto">
              <a:spcBef>
                <a:spcPts val="0"/>
              </a:spcBef>
              <a:buNone/>
              <a:defRPr sz="954" b="1" baseline="0">
                <a:solidFill>
                  <a:schemeClr val="accent5"/>
                </a:solidFill>
                <a:latin typeface="EYInterstate Light" panose="02000506000000020004" pitchFamily="2" charset="0"/>
                <a:ea typeface="함초롬돋움" panose="020B0604000101010101" pitchFamily="50" charset="-127"/>
                <a:cs typeface="Arial" panose="020B0604020202020204" pitchFamily="34" charset="0"/>
                <a:sym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417635" y="152149"/>
            <a:ext cx="3323077" cy="216000"/>
          </a:xfrm>
        </p:spPr>
        <p:txBody>
          <a:bodyPr wrap="none" lIns="0" tIns="0" rIns="0" bIns="0" anchor="ctr"/>
          <a:lstStyle>
            <a:lvl1pPr marL="0" indent="0" fontAlgn="auto">
              <a:spcBef>
                <a:spcPts val="0"/>
              </a:spcBef>
              <a:buNone/>
              <a:defRPr sz="954" b="1" baseline="0">
                <a:solidFill>
                  <a:schemeClr val="accent2"/>
                </a:solidFill>
                <a:latin typeface="EYInterstate Light" panose="02000506000000020004" pitchFamily="2" charset="0"/>
                <a:ea typeface="함초롬돋움" panose="020B0604000101010101" pitchFamily="50" charset="-127"/>
                <a:cs typeface="Arial" panose="020B0604020202020204" pitchFamily="34" charset="0"/>
                <a:sym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42188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2" y="1425602"/>
            <a:ext cx="8229600" cy="4700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457202" y="1044000"/>
            <a:ext cx="82296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83812" tIns="41906" rIns="83812" bIns="41906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61" b="0" dirty="0">
              <a:solidFill>
                <a:srgbClr val="646464"/>
              </a:solidFill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55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2" y="1425602"/>
            <a:ext cx="8229600" cy="4700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457202" y="1044000"/>
            <a:ext cx="82296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81347" tIns="40673" rIns="81347" bIns="40673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13" b="0" dirty="0">
              <a:solidFill>
                <a:srgbClr val="646464"/>
              </a:solidFill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4612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8.xml"/><Relationship Id="rId3" Type="http://schemas.openxmlformats.org/officeDocument/2006/relationships/tags" Target="../tags/tag1.xml"/><Relationship Id="rId4" Type="http://schemas.openxmlformats.org/officeDocument/2006/relationships/tags" Target="../tags/tag2.xml"/><Relationship Id="rId5" Type="http://schemas.openxmlformats.org/officeDocument/2006/relationships/oleObject" Target="../embeddings/oleObject1.bin"/><Relationship Id="rId6" Type="http://schemas.openxmlformats.org/officeDocument/2006/relationships/image" Target="../media/image2.emf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2" y="201600"/>
            <a:ext cx="8229600" cy="860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425602"/>
            <a:ext cx="8229600" cy="47000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457263" y="6519676"/>
            <a:ext cx="663854" cy="2011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851468" fontAlgn="auto" latinLnBrk="0">
              <a:spcBef>
                <a:spcPts val="0"/>
              </a:spcBef>
              <a:spcAft>
                <a:spcPts val="0"/>
              </a:spcAft>
            </a:pPr>
            <a:r>
              <a:rPr lang="en-GB" sz="1031" b="0" dirty="0">
                <a:solidFill>
                  <a:srgbClr val="646464"/>
                </a:solidFill>
                <a:latin typeface="EYInterstate" panose="02000503020000020004" pitchFamily="2" charset="0"/>
                <a:ea typeface="+mn-ea"/>
              </a:rPr>
              <a:t>Page </a:t>
            </a:r>
            <a:fld id="{9AE4D82F-B047-469B-AC52-A46321747EAF}" type="slidenum">
              <a:rPr lang="en-GB" sz="1031" b="0" smtClean="0">
                <a:solidFill>
                  <a:srgbClr val="646464"/>
                </a:solidFill>
                <a:latin typeface="EYInterstate" panose="02000503020000020004" pitchFamily="2" charset="0"/>
                <a:ea typeface="+mn-ea"/>
              </a:rPr>
              <a:pPr defTabSz="851468" fontAlgn="auto" latinLnBrk="0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 sz="1031" b="0" dirty="0">
              <a:solidFill>
                <a:srgbClr val="646464"/>
              </a:solidFill>
              <a:latin typeface="EYInterstate" panose="02000503020000020004" pitchFamily="2" charset="0"/>
              <a:ea typeface="+mn-ea"/>
            </a:endParaRPr>
          </a:p>
        </p:txBody>
      </p:sp>
      <p:sp>
        <p:nvSpPr>
          <p:cNvPr id="4" name="Line 10">
            <a:extLst>
              <a:ext uri="{FF2B5EF4-FFF2-40B4-BE49-F238E27FC236}">
                <a16:creationId xmlns:a16="http://schemas.microsoft.com/office/drawing/2014/main" id="{D0221955-6AA1-1E1C-0302-46C62EA3AC7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2" y="1044000"/>
            <a:ext cx="82296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85142" tIns="42571" rIns="85142" bIns="42571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88" b="0" dirty="0">
              <a:solidFill>
                <a:srgbClr val="646464"/>
              </a:solidFill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201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909" r:id="rId3"/>
  </p:sldLayoutIdLst>
  <p:hf sldNum="0" hdr="0" ftr="0"/>
  <p:txStyles>
    <p:titleStyle>
      <a:lvl1pPr algn="l" defTabSz="851468" rtl="0" eaLnBrk="1" latinLnBrk="0" hangingPunct="1">
        <a:lnSpc>
          <a:spcPct val="85000"/>
        </a:lnSpc>
        <a:spcBef>
          <a:spcPct val="0"/>
        </a:spcBef>
        <a:buNone/>
        <a:defRPr sz="3000" b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332075" indent="-332075" algn="l" defTabSz="851468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2250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1pPr>
      <a:lvl2pPr marL="664149" indent="-332075" algn="l" defTabSz="851468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875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2pPr>
      <a:lvl3pPr marL="996231" indent="-332075" algn="l" defTabSz="851468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688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3pPr>
      <a:lvl4pPr marL="1328295" indent="-332075" algn="l" defTabSz="851468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594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4pPr>
      <a:lvl5pPr marL="1660377" indent="-332075" algn="l" defTabSz="851468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594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5pPr>
      <a:lvl6pPr marL="2341571" indent="-212872" algn="l" defTabSz="851468" rtl="0" eaLnBrk="1" latinLnBrk="0" hangingPunct="1">
        <a:spcBef>
          <a:spcPct val="20000"/>
        </a:spcBef>
        <a:buFont typeface="Arial" pitchFamily="34" charset="0"/>
        <a:buChar char="•"/>
        <a:defRPr sz="1875" kern="1200">
          <a:solidFill>
            <a:schemeClr val="tx1"/>
          </a:solidFill>
          <a:latin typeface="+mn-lt"/>
          <a:ea typeface="+mn-ea"/>
          <a:cs typeface="+mn-cs"/>
        </a:defRPr>
      </a:lvl6pPr>
      <a:lvl7pPr marL="2767290" indent="-212872" algn="l" defTabSz="851468" rtl="0" eaLnBrk="1" latinLnBrk="0" hangingPunct="1">
        <a:spcBef>
          <a:spcPct val="20000"/>
        </a:spcBef>
        <a:buFont typeface="Arial" pitchFamily="34" charset="0"/>
        <a:buChar char="•"/>
        <a:defRPr sz="1875" kern="1200">
          <a:solidFill>
            <a:schemeClr val="tx1"/>
          </a:solidFill>
          <a:latin typeface="+mn-lt"/>
          <a:ea typeface="+mn-ea"/>
          <a:cs typeface="+mn-cs"/>
        </a:defRPr>
      </a:lvl7pPr>
      <a:lvl8pPr marL="3193029" indent="-212872" algn="l" defTabSz="851468" rtl="0" eaLnBrk="1" latinLnBrk="0" hangingPunct="1">
        <a:spcBef>
          <a:spcPct val="20000"/>
        </a:spcBef>
        <a:buFont typeface="Arial" pitchFamily="34" charset="0"/>
        <a:buChar char="•"/>
        <a:defRPr sz="1875" kern="1200">
          <a:solidFill>
            <a:schemeClr val="tx1"/>
          </a:solidFill>
          <a:latin typeface="+mn-lt"/>
          <a:ea typeface="+mn-ea"/>
          <a:cs typeface="+mn-cs"/>
        </a:defRPr>
      </a:lvl8pPr>
      <a:lvl9pPr marL="3618763" indent="-212872" algn="l" defTabSz="851468" rtl="0" eaLnBrk="1" latinLnBrk="0" hangingPunct="1">
        <a:spcBef>
          <a:spcPct val="20000"/>
        </a:spcBef>
        <a:buFont typeface="Arial" pitchFamily="34" charset="0"/>
        <a:buChar char="•"/>
        <a:defRPr sz="18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1pPr>
      <a:lvl2pPr marL="425739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2pPr>
      <a:lvl3pPr marL="851468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3pPr>
      <a:lvl4pPr marL="1277210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702944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128672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554423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2980161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405897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473380E-ED64-FBED-F272-B0C610C8611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6595" y="293192"/>
            <a:ext cx="8230810" cy="592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  <a:endParaRPr lang="en-GB" altLang="ko-KR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768A963-5D76-8DCA-FB54-C6C317EF64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6595" y="1138536"/>
            <a:ext cx="8230810" cy="4948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GB" altLang="ko-KR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CD29EAFE-A8E6-06D3-6EEC-7A91E7393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2858" y="6517184"/>
            <a:ext cx="662214" cy="178594"/>
          </a:xfrm>
          <a:prstGeom prst="rect">
            <a:avLst/>
          </a:prstGeom>
        </p:spPr>
        <p:txBody>
          <a:bodyPr vert="horz" wrap="square" lIns="94594" tIns="47302" rIns="94594" bIns="47302" numCol="1" anchor="ctr" anchorCtr="0" compatLnSpc="1">
            <a:prstTxWarp prst="textNoShape">
              <a:avLst/>
            </a:prstTxWarp>
          </a:bodyPr>
          <a:lstStyle>
            <a:lvl1pPr defTabSz="885528" eaLnBrk="1" hangingPunct="1">
              <a:defRPr sz="750" b="0" u="none">
                <a:solidFill>
                  <a:srgbClr val="2E2E38"/>
                </a:solidFill>
              </a:defRPr>
            </a:lvl1pPr>
          </a:lstStyle>
          <a:p>
            <a:pPr>
              <a:defRPr/>
            </a:pPr>
            <a:r>
              <a:rPr lang="en-IN" altLang="ko-KR"/>
              <a:t>Page </a:t>
            </a:r>
            <a:fld id="{4AE4A3E5-63C3-405E-8760-3DA3A63DD65F}" type="slidenum">
              <a:rPr lang="en-GB" altLang="ko-KR" smtClean="0"/>
              <a:pPr>
                <a:defRPr/>
              </a:pPr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1553857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7" r:id="rId1"/>
  </p:sldLayoutIdLst>
  <p:hf sldNum="0" hdr="0" ftr="0"/>
  <p:txStyles>
    <p:titleStyle>
      <a:lvl1pPr algn="l" defTabSz="651867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ern="1200">
          <a:solidFill>
            <a:schemeClr val="bg1"/>
          </a:solidFill>
          <a:latin typeface="Arial" panose="020B0604020202020204" pitchFamily="34" charset="0"/>
          <a:ea typeface="+mj-ea"/>
          <a:cs typeface="Arial" pitchFamily="34" charset="0"/>
        </a:defRPr>
      </a:lvl1pPr>
      <a:lvl2pPr algn="l" defTabSz="651867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>
          <a:solidFill>
            <a:schemeClr val="bg1"/>
          </a:solidFill>
          <a:latin typeface="Arial" pitchFamily="34" charset="0"/>
          <a:cs typeface="Arial" pitchFamily="34" charset="0"/>
        </a:defRPr>
      </a:lvl2pPr>
      <a:lvl3pPr algn="l" defTabSz="651867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>
          <a:solidFill>
            <a:schemeClr val="bg1"/>
          </a:solidFill>
          <a:latin typeface="Arial" pitchFamily="34" charset="0"/>
          <a:cs typeface="Arial" pitchFamily="34" charset="0"/>
        </a:defRPr>
      </a:lvl3pPr>
      <a:lvl4pPr algn="l" defTabSz="651867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>
          <a:solidFill>
            <a:schemeClr val="bg1"/>
          </a:solidFill>
          <a:latin typeface="Arial" pitchFamily="34" charset="0"/>
          <a:cs typeface="Arial" pitchFamily="34" charset="0"/>
        </a:defRPr>
      </a:lvl4pPr>
      <a:lvl5pPr algn="l" defTabSz="651867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>
          <a:solidFill>
            <a:schemeClr val="bg1"/>
          </a:solidFill>
          <a:latin typeface="Arial" pitchFamily="34" charset="0"/>
          <a:cs typeface="Arial" pitchFamily="34" charset="0"/>
        </a:defRPr>
      </a:lvl5pPr>
      <a:lvl6pPr marL="443431" algn="l" defTabSz="663602" rtl="0" fontAlgn="base">
        <a:lnSpc>
          <a:spcPct val="85000"/>
        </a:lnSpc>
        <a:spcBef>
          <a:spcPct val="0"/>
        </a:spcBef>
        <a:spcAft>
          <a:spcPct val="0"/>
        </a:spcAft>
        <a:defRPr sz="1688">
          <a:solidFill>
            <a:schemeClr val="bg1"/>
          </a:solidFill>
          <a:latin typeface="Arial" pitchFamily="34" charset="0"/>
          <a:cs typeface="Arial" pitchFamily="34" charset="0"/>
        </a:defRPr>
      </a:lvl6pPr>
      <a:lvl7pPr marL="886866" algn="l" defTabSz="663602" rtl="0" fontAlgn="base">
        <a:lnSpc>
          <a:spcPct val="85000"/>
        </a:lnSpc>
        <a:spcBef>
          <a:spcPct val="0"/>
        </a:spcBef>
        <a:spcAft>
          <a:spcPct val="0"/>
        </a:spcAft>
        <a:defRPr sz="1688">
          <a:solidFill>
            <a:schemeClr val="bg1"/>
          </a:solidFill>
          <a:latin typeface="Arial" pitchFamily="34" charset="0"/>
          <a:cs typeface="Arial" pitchFamily="34" charset="0"/>
        </a:defRPr>
      </a:lvl7pPr>
      <a:lvl8pPr marL="1330275" algn="l" defTabSz="663602" rtl="0" fontAlgn="base">
        <a:lnSpc>
          <a:spcPct val="85000"/>
        </a:lnSpc>
        <a:spcBef>
          <a:spcPct val="0"/>
        </a:spcBef>
        <a:spcAft>
          <a:spcPct val="0"/>
        </a:spcAft>
        <a:defRPr sz="1688">
          <a:solidFill>
            <a:schemeClr val="bg1"/>
          </a:solidFill>
          <a:latin typeface="Arial" pitchFamily="34" charset="0"/>
          <a:cs typeface="Arial" pitchFamily="34" charset="0"/>
        </a:defRPr>
      </a:lvl8pPr>
      <a:lvl9pPr marL="1773736" algn="l" defTabSz="663602" rtl="0" fontAlgn="base">
        <a:lnSpc>
          <a:spcPct val="85000"/>
        </a:lnSpc>
        <a:spcBef>
          <a:spcPct val="0"/>
        </a:spcBef>
        <a:spcAft>
          <a:spcPct val="0"/>
        </a:spcAft>
        <a:defRPr sz="1688">
          <a:solidFill>
            <a:schemeClr val="bg1"/>
          </a:solidFill>
          <a:latin typeface="Arial" pitchFamily="34" charset="0"/>
          <a:cs typeface="Arial" pitchFamily="34" charset="0"/>
        </a:defRPr>
      </a:lvl9pPr>
    </p:titleStyle>
    <p:bodyStyle>
      <a:lvl1pPr marL="242590" indent="-242590" algn="l" defTabSz="651867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Arial" panose="020B0604020202020204" pitchFamily="34" charset="0"/>
        <a:buChar char="►"/>
        <a:defRPr sz="1406" kern="1200">
          <a:solidFill>
            <a:schemeClr val="bg1"/>
          </a:solidFill>
          <a:latin typeface="Arial" panose="020B0604020202020204" pitchFamily="34" charset="0"/>
          <a:ea typeface="+mn-ea"/>
          <a:cs typeface="+mn-cs"/>
        </a:defRPr>
      </a:lvl1pPr>
      <a:lvl2pPr marL="503039" indent="-242590" algn="l" defTabSz="651867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Arial" panose="020B0604020202020204" pitchFamily="34" charset="0"/>
        <a:buChar char="►"/>
        <a:defRPr sz="1313" kern="1200">
          <a:solidFill>
            <a:schemeClr val="bg1"/>
          </a:solidFill>
          <a:latin typeface="Arial" panose="020B0604020202020204" pitchFamily="34" charset="0"/>
          <a:ea typeface="+mn-ea"/>
          <a:cs typeface="+mn-cs"/>
        </a:defRPr>
      </a:lvl2pPr>
      <a:lvl3pPr marL="763489" indent="-242590" algn="l" defTabSz="651867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Arial" panose="020B0604020202020204" pitchFamily="34" charset="0"/>
        <a:buChar char="►"/>
        <a:defRPr sz="1125" kern="1200">
          <a:solidFill>
            <a:schemeClr val="bg1"/>
          </a:solidFill>
          <a:latin typeface="Arial" panose="020B0604020202020204" pitchFamily="34" charset="0"/>
          <a:ea typeface="+mn-ea"/>
          <a:cs typeface="+mn-cs"/>
        </a:defRPr>
      </a:lvl3pPr>
      <a:lvl4pPr marL="1023938" indent="-242590" algn="l" defTabSz="651867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Arial" panose="020B0604020202020204" pitchFamily="34" charset="0"/>
        <a:buChar char="►"/>
        <a:defRPr sz="1031" kern="1200">
          <a:solidFill>
            <a:schemeClr val="bg1"/>
          </a:solidFill>
          <a:latin typeface="Arial" panose="020B0604020202020204" pitchFamily="34" charset="0"/>
          <a:ea typeface="+mn-ea"/>
          <a:cs typeface="+mn-cs"/>
        </a:defRPr>
      </a:lvl4pPr>
      <a:lvl5pPr marL="1284387" indent="-242590" algn="l" defTabSz="651867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Arial" panose="020B0604020202020204" pitchFamily="34" charset="0"/>
        <a:buChar char="►"/>
        <a:defRPr sz="938" kern="1200">
          <a:solidFill>
            <a:schemeClr val="bg1"/>
          </a:solidFill>
          <a:latin typeface="Arial" panose="020B0604020202020204" pitchFamily="34" charset="0"/>
          <a:ea typeface="+mn-ea"/>
          <a:cs typeface="+mn-cs"/>
        </a:defRPr>
      </a:lvl5pPr>
      <a:lvl6pPr marL="1828186" indent="-166200" algn="l" defTabSz="66478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160586" indent="-166200" algn="l" defTabSz="66478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492982" indent="-166200" algn="l" defTabSz="66478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825377" indent="-166200" algn="l" defTabSz="66478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478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1pPr>
      <a:lvl2pPr marL="332396" algn="l" defTabSz="66478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2pPr>
      <a:lvl3pPr marL="664786" algn="l" defTabSz="66478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3pPr>
      <a:lvl4pPr marL="997195" algn="l" defTabSz="66478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4pPr>
      <a:lvl5pPr marL="1329572" algn="l" defTabSz="66478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5pPr>
      <a:lvl6pPr marL="1661989" algn="l" defTabSz="66478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6pPr>
      <a:lvl7pPr marL="1994384" algn="l" defTabSz="66478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7pPr>
      <a:lvl8pPr marL="2326794" algn="l" defTabSz="66478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8pPr>
      <a:lvl9pPr marL="2659163" algn="l" defTabSz="66478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2" y="201600"/>
            <a:ext cx="8229600" cy="860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425602"/>
            <a:ext cx="8229600" cy="47000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457263" y="6519676"/>
            <a:ext cx="663854" cy="2011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838163" fontAlgn="auto" latinLnBrk="0">
              <a:spcBef>
                <a:spcPts val="0"/>
              </a:spcBef>
              <a:spcAft>
                <a:spcPts val="0"/>
              </a:spcAft>
            </a:pPr>
            <a:r>
              <a:rPr lang="en-GB" sz="1015" b="0" dirty="0">
                <a:solidFill>
                  <a:srgbClr val="646464"/>
                </a:solidFill>
                <a:latin typeface="EYInterstate" panose="02000503020000020004" pitchFamily="2" charset="0"/>
                <a:ea typeface="+mn-ea"/>
              </a:rPr>
              <a:t>Page </a:t>
            </a:r>
            <a:fld id="{9AE4D82F-B047-469B-AC52-A46321747EAF}" type="slidenum">
              <a:rPr lang="en-GB" sz="1015" b="0" smtClean="0">
                <a:solidFill>
                  <a:srgbClr val="646464"/>
                </a:solidFill>
                <a:latin typeface="EYInterstate" panose="02000503020000020004" pitchFamily="2" charset="0"/>
                <a:ea typeface="+mn-ea"/>
              </a:rPr>
              <a:pPr defTabSz="838163" fontAlgn="auto" latinLnBrk="0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 sz="1015" b="0" dirty="0">
              <a:solidFill>
                <a:srgbClr val="646464"/>
              </a:solidFill>
              <a:latin typeface="EYInterstate" panose="02000503020000020004" pitchFamily="2" charset="0"/>
              <a:ea typeface="+mn-ea"/>
            </a:endParaRPr>
          </a:p>
        </p:txBody>
      </p:sp>
      <p:sp>
        <p:nvSpPr>
          <p:cNvPr id="4" name="Line 10">
            <a:extLst>
              <a:ext uri="{FF2B5EF4-FFF2-40B4-BE49-F238E27FC236}">
                <a16:creationId xmlns:a16="http://schemas.microsoft.com/office/drawing/2014/main" id="{D8B38001-25FD-BAA3-ADFF-1FAE50BCAD5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2" y="1044000"/>
            <a:ext cx="82296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83812" tIns="41906" rIns="83812" bIns="41906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61" b="0" dirty="0">
              <a:solidFill>
                <a:srgbClr val="646464"/>
              </a:solidFill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642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10" r:id="rId1"/>
  </p:sldLayoutIdLst>
  <p:hf sldNum="0" hdr="0" ftr="0"/>
  <p:txStyles>
    <p:titleStyle>
      <a:lvl1pPr algn="l" defTabSz="838163" rtl="0" eaLnBrk="1" latinLnBrk="0" hangingPunct="1">
        <a:lnSpc>
          <a:spcPct val="85000"/>
        </a:lnSpc>
        <a:spcBef>
          <a:spcPct val="0"/>
        </a:spcBef>
        <a:buNone/>
        <a:defRPr sz="2953" b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326887" indent="-326887" algn="l" defTabSz="838163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2215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1pPr>
      <a:lvl2pPr marL="653771" indent="-326887" algn="l" defTabSz="838163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846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2pPr>
      <a:lvl3pPr marL="980665" indent="-326887" algn="l" defTabSz="838163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661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3pPr>
      <a:lvl4pPr marL="1307541" indent="-326887" algn="l" defTabSz="838163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569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4pPr>
      <a:lvl5pPr marL="1634434" indent="-326887" algn="l" defTabSz="838163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569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5pPr>
      <a:lvl6pPr marL="2304984" indent="-209546" algn="l" defTabSz="83816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24052" indent="-209546" algn="l" defTabSz="83816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43138" indent="-209546" algn="l" defTabSz="83816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62220" indent="-209546" algn="l" defTabSz="83816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1pPr>
      <a:lvl2pPr marL="419087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2pPr>
      <a:lvl3pPr marL="838163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3pPr>
      <a:lvl4pPr marL="1257254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4pPr>
      <a:lvl5pPr marL="1676335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2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6pPr>
      <a:lvl7pPr marL="2514510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6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8pPr>
      <a:lvl9pPr marL="3352680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2" y="201600"/>
            <a:ext cx="8229600" cy="860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425602"/>
            <a:ext cx="8229600" cy="47000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457263" y="6519676"/>
            <a:ext cx="663854" cy="2011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851468" fontAlgn="auto" latinLnBrk="0">
              <a:spcBef>
                <a:spcPts val="0"/>
              </a:spcBef>
              <a:spcAft>
                <a:spcPts val="0"/>
              </a:spcAft>
            </a:pPr>
            <a:r>
              <a:rPr lang="en-GB" sz="1031" b="0" dirty="0">
                <a:solidFill>
                  <a:srgbClr val="646464"/>
                </a:solidFill>
                <a:latin typeface="EYInterstate" panose="02000503020000020004" pitchFamily="2" charset="0"/>
                <a:ea typeface="+mn-ea"/>
              </a:rPr>
              <a:t>Page </a:t>
            </a:r>
            <a:fld id="{9AE4D82F-B047-469B-AC52-A46321747EAF}" type="slidenum">
              <a:rPr lang="en-GB" sz="1031" b="0" smtClean="0">
                <a:solidFill>
                  <a:srgbClr val="646464"/>
                </a:solidFill>
                <a:latin typeface="EYInterstate" panose="02000503020000020004" pitchFamily="2" charset="0"/>
                <a:ea typeface="+mn-ea"/>
              </a:rPr>
              <a:pPr defTabSz="851468" fontAlgn="auto" latinLnBrk="0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 sz="1031" b="0" dirty="0">
              <a:solidFill>
                <a:srgbClr val="646464"/>
              </a:solidFill>
              <a:latin typeface="EYInterstate" panose="02000503020000020004" pitchFamily="2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4829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763" r:id="rId1"/>
  </p:sldLayoutIdLst>
  <p:hf sldNum="0" hdr="0" ftr="0"/>
  <p:txStyles>
    <p:titleStyle>
      <a:lvl1pPr algn="l" defTabSz="851468" rtl="0" eaLnBrk="1" latinLnBrk="0" hangingPunct="1">
        <a:lnSpc>
          <a:spcPct val="85000"/>
        </a:lnSpc>
        <a:spcBef>
          <a:spcPct val="0"/>
        </a:spcBef>
        <a:buNone/>
        <a:defRPr sz="3000" b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332075" indent="-332075" algn="l" defTabSz="851468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2250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1pPr>
      <a:lvl2pPr marL="664149" indent="-332075" algn="l" defTabSz="851468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875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2pPr>
      <a:lvl3pPr marL="996231" indent="-332075" algn="l" defTabSz="851468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688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3pPr>
      <a:lvl4pPr marL="1328295" indent="-332075" algn="l" defTabSz="851468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594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4pPr>
      <a:lvl5pPr marL="1660377" indent="-332075" algn="l" defTabSz="851468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594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5pPr>
      <a:lvl6pPr marL="2341571" indent="-212872" algn="l" defTabSz="851468" rtl="0" eaLnBrk="1" latinLnBrk="0" hangingPunct="1">
        <a:spcBef>
          <a:spcPct val="20000"/>
        </a:spcBef>
        <a:buFont typeface="Arial" pitchFamily="34" charset="0"/>
        <a:buChar char="•"/>
        <a:defRPr sz="1875" kern="1200">
          <a:solidFill>
            <a:schemeClr val="tx1"/>
          </a:solidFill>
          <a:latin typeface="+mn-lt"/>
          <a:ea typeface="+mn-ea"/>
          <a:cs typeface="+mn-cs"/>
        </a:defRPr>
      </a:lvl6pPr>
      <a:lvl7pPr marL="2767290" indent="-212872" algn="l" defTabSz="851468" rtl="0" eaLnBrk="1" latinLnBrk="0" hangingPunct="1">
        <a:spcBef>
          <a:spcPct val="20000"/>
        </a:spcBef>
        <a:buFont typeface="Arial" pitchFamily="34" charset="0"/>
        <a:buChar char="•"/>
        <a:defRPr sz="1875" kern="1200">
          <a:solidFill>
            <a:schemeClr val="tx1"/>
          </a:solidFill>
          <a:latin typeface="+mn-lt"/>
          <a:ea typeface="+mn-ea"/>
          <a:cs typeface="+mn-cs"/>
        </a:defRPr>
      </a:lvl7pPr>
      <a:lvl8pPr marL="3193029" indent="-212872" algn="l" defTabSz="851468" rtl="0" eaLnBrk="1" latinLnBrk="0" hangingPunct="1">
        <a:spcBef>
          <a:spcPct val="20000"/>
        </a:spcBef>
        <a:buFont typeface="Arial" pitchFamily="34" charset="0"/>
        <a:buChar char="•"/>
        <a:defRPr sz="1875" kern="1200">
          <a:solidFill>
            <a:schemeClr val="tx1"/>
          </a:solidFill>
          <a:latin typeface="+mn-lt"/>
          <a:ea typeface="+mn-ea"/>
          <a:cs typeface="+mn-cs"/>
        </a:defRPr>
      </a:lvl8pPr>
      <a:lvl9pPr marL="3618763" indent="-212872" algn="l" defTabSz="851468" rtl="0" eaLnBrk="1" latinLnBrk="0" hangingPunct="1">
        <a:spcBef>
          <a:spcPct val="20000"/>
        </a:spcBef>
        <a:buFont typeface="Arial" pitchFamily="34" charset="0"/>
        <a:buChar char="•"/>
        <a:defRPr sz="18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1pPr>
      <a:lvl2pPr marL="425739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2pPr>
      <a:lvl3pPr marL="851468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3pPr>
      <a:lvl4pPr marL="1277210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702944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128672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554423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2980161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405897" algn="l" defTabSz="851468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2" y="201600"/>
            <a:ext cx="8229600" cy="860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425602"/>
            <a:ext cx="8229600" cy="47000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457264" y="6519676"/>
            <a:ext cx="663854" cy="2011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813555" fontAlgn="auto" latinLnBrk="0">
              <a:spcBef>
                <a:spcPts val="0"/>
              </a:spcBef>
              <a:spcAft>
                <a:spcPts val="0"/>
              </a:spcAft>
            </a:pPr>
            <a:r>
              <a:rPr lang="en-GB" sz="985" b="0" dirty="0">
                <a:solidFill>
                  <a:srgbClr val="646464"/>
                </a:solidFill>
                <a:latin typeface="EYInterstate" panose="02000503020000020004" pitchFamily="2" charset="0"/>
                <a:ea typeface="+mn-ea"/>
              </a:rPr>
              <a:t>Page </a:t>
            </a:r>
            <a:fld id="{9AE4D82F-B047-469B-AC52-A46321747EAF}" type="slidenum">
              <a:rPr lang="en-GB" sz="985" b="0" smtClean="0">
                <a:solidFill>
                  <a:srgbClr val="646464"/>
                </a:solidFill>
                <a:latin typeface="EYInterstate" panose="02000503020000020004" pitchFamily="2" charset="0"/>
                <a:ea typeface="+mn-ea"/>
              </a:rPr>
              <a:pPr defTabSz="813555" fontAlgn="auto" latinLnBrk="0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 sz="985" b="0" dirty="0">
              <a:solidFill>
                <a:srgbClr val="646464"/>
              </a:solidFill>
              <a:latin typeface="EYInterstate" panose="02000503020000020004" pitchFamily="2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8342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765" r:id="rId1"/>
  </p:sldLayoutIdLst>
  <p:hf sldNum="0" hdr="0" ftr="0"/>
  <p:txStyles>
    <p:titleStyle>
      <a:lvl1pPr algn="l" defTabSz="813555" rtl="0" eaLnBrk="1" latinLnBrk="0" hangingPunct="1">
        <a:lnSpc>
          <a:spcPct val="85000"/>
        </a:lnSpc>
        <a:spcBef>
          <a:spcPct val="0"/>
        </a:spcBef>
        <a:buNone/>
        <a:defRPr sz="2867" b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317289" indent="-317289" algn="l" defTabSz="813555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2150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1pPr>
      <a:lvl2pPr marL="634578" indent="-317289" algn="l" defTabSz="813555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792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2pPr>
      <a:lvl3pPr marL="951873" indent="-317289" algn="l" defTabSz="813555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613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3pPr>
      <a:lvl4pPr marL="1269152" indent="-317289" algn="l" defTabSz="813555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522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4pPr>
      <a:lvl5pPr marL="1586447" indent="-317289" algn="l" defTabSz="813555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522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5pPr>
      <a:lvl6pPr marL="2237309" indent="-203393" algn="l" defTabSz="813555" rtl="0" eaLnBrk="1" latinLnBrk="0" hangingPunct="1">
        <a:spcBef>
          <a:spcPct val="20000"/>
        </a:spcBef>
        <a:buFont typeface="Arial" pitchFamily="34" charset="0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6pPr>
      <a:lvl7pPr marL="2644073" indent="-203393" algn="l" defTabSz="813555" rtl="0" eaLnBrk="1" latinLnBrk="0" hangingPunct="1">
        <a:spcBef>
          <a:spcPct val="20000"/>
        </a:spcBef>
        <a:buFont typeface="Arial" pitchFamily="34" charset="0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7pPr>
      <a:lvl8pPr marL="3050856" indent="-203393" algn="l" defTabSz="813555" rtl="0" eaLnBrk="1" latinLnBrk="0" hangingPunct="1">
        <a:spcBef>
          <a:spcPct val="20000"/>
        </a:spcBef>
        <a:buFont typeface="Arial" pitchFamily="34" charset="0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8pPr>
      <a:lvl9pPr marL="3457633" indent="-203393" algn="l" defTabSz="813555" rtl="0" eaLnBrk="1" latinLnBrk="0" hangingPunct="1">
        <a:spcBef>
          <a:spcPct val="20000"/>
        </a:spcBef>
        <a:buFont typeface="Arial" pitchFamily="34" charset="0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1pPr>
      <a:lvl2pPr marL="406782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2pPr>
      <a:lvl3pPr marL="813555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3pPr>
      <a:lvl4pPr marL="1220341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4pPr>
      <a:lvl5pPr marL="1627118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5pPr>
      <a:lvl6pPr marL="2033890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6pPr>
      <a:lvl7pPr marL="2440684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7pPr>
      <a:lvl8pPr marL="2847465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8pPr>
      <a:lvl9pPr marL="3254245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rgbClr val="FF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F910FB86-F211-45AC-9361-DAF681FA34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384024" y="366117"/>
            <a:ext cx="8374441" cy="817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  <a:endParaRPr lang="en-GB" altLang="ko-KR"/>
          </a:p>
        </p:txBody>
      </p:sp>
      <p:sp>
        <p:nvSpPr>
          <p:cNvPr id="1027" name="Rectangle 20">
            <a:extLst>
              <a:ext uri="{FF2B5EF4-FFF2-40B4-BE49-F238E27FC236}">
                <a16:creationId xmlns:a16="http://schemas.microsoft.com/office/drawing/2014/main" id="{385905F0-7B34-4C36-BC8B-9323681D24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762" y="6563320"/>
            <a:ext cx="665238" cy="19645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>
              <a:defRPr sz="1000" b="1" u="sng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 u="sng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 u="sng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 u="sng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 u="sng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 u="sng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 u="sng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 u="sng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 u="sng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r>
              <a:rPr lang="en-US" altLang="ko-KR" sz="83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Page </a:t>
            </a:r>
            <a:fld id="{4241FD2E-AB82-4373-ADDE-CE5A5232D106}" type="slidenum">
              <a:rPr lang="ko-KR" altLang="en-US" sz="83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>
                <a:defRPr/>
              </a:pPr>
              <a:t>‹#›</a:t>
            </a:fld>
            <a:endParaRPr lang="en-US" altLang="ko-KR" sz="83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1556" name="Text Placeholder 11">
            <a:extLst>
              <a:ext uri="{FF2B5EF4-FFF2-40B4-BE49-F238E27FC236}">
                <a16:creationId xmlns:a16="http://schemas.microsoft.com/office/drawing/2014/main" id="{1ABEB504-DBFE-4A43-A73A-4ED84F244AD2}"/>
              </a:ext>
            </a:extLst>
          </p:cNvPr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91584" y="1262062"/>
            <a:ext cx="8366881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grpSp>
        <p:nvGrpSpPr>
          <p:cNvPr id="151557" name="Group 14">
            <a:extLst>
              <a:ext uri="{FF2B5EF4-FFF2-40B4-BE49-F238E27FC236}">
                <a16:creationId xmlns:a16="http://schemas.microsoft.com/office/drawing/2014/main" id="{265711D3-D9F4-44AB-B50A-B48D76EECA5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50762" y="1183185"/>
            <a:ext cx="8419798" cy="78878"/>
            <a:chOff x="-10158" y="838200"/>
            <a:chExt cx="9916158" cy="0"/>
          </a:xfrm>
        </p:grpSpPr>
        <p:sp>
          <p:nvSpPr>
            <p:cNvPr id="16" name="Line 7">
              <a:extLst>
                <a:ext uri="{FF2B5EF4-FFF2-40B4-BE49-F238E27FC236}">
                  <a16:creationId xmlns:a16="http://schemas.microsoft.com/office/drawing/2014/main" id="{F04558BF-9B25-4DFC-9633-134D86F9A78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-10158" y="838200"/>
              <a:ext cx="7934350" cy="0"/>
            </a:xfrm>
            <a:prstGeom prst="line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20000"/>
                </a:lnSpc>
                <a:spcAft>
                  <a:spcPts val="805"/>
                </a:spcAft>
                <a:buSzPct val="30000"/>
                <a:buFont typeface="Arial" charset="0"/>
                <a:buNone/>
                <a:defRPr/>
              </a:pPr>
              <a:endParaRPr lang="ko-KR" altLang="en-US" sz="1073" dirty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34" name="Line 7">
              <a:extLst>
                <a:ext uri="{FF2B5EF4-FFF2-40B4-BE49-F238E27FC236}">
                  <a16:creationId xmlns:a16="http://schemas.microsoft.com/office/drawing/2014/main" id="{FB13D080-B6CF-4E3E-80F8-8D64DD3E176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915290" y="838200"/>
              <a:ext cx="1990710" cy="0"/>
            </a:xfrm>
            <a:prstGeom prst="line">
              <a:avLst/>
            </a:prstGeom>
            <a:noFill/>
            <a:ln w="15875">
              <a:solidFill>
                <a:srgbClr val="FFD2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11"/>
            </a:p>
          </p:txBody>
        </p:sp>
      </p:grpSp>
    </p:spTree>
    <p:extLst>
      <p:ext uri="{BB962C8B-B14F-4D97-AF65-F5344CB8AC3E}">
        <p14:creationId xmlns:p14="http://schemas.microsoft.com/office/powerpoint/2010/main" val="3104993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97" r:id="rId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GB" sz="2063" b="1" dirty="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63" b="1">
          <a:solidFill>
            <a:schemeClr val="accent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63" b="1">
          <a:solidFill>
            <a:schemeClr val="accent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63" b="1">
          <a:solidFill>
            <a:schemeClr val="accent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63" b="1">
          <a:solidFill>
            <a:schemeClr val="accent1"/>
          </a:solidFill>
          <a:latin typeface="맑은 고딕" pitchFamily="50" charset="-127"/>
          <a:ea typeface="맑은 고딕" pitchFamily="50" charset="-127"/>
        </a:defRPr>
      </a:lvl5pPr>
      <a:lvl6pPr marL="408955" algn="ctr" rtl="0" eaLnBrk="1" fontAlgn="base" hangingPunct="1">
        <a:spcBef>
          <a:spcPct val="0"/>
        </a:spcBef>
        <a:spcAft>
          <a:spcPct val="0"/>
        </a:spcAft>
        <a:defRPr sz="3936">
          <a:solidFill>
            <a:schemeClr val="tx2"/>
          </a:solidFill>
          <a:latin typeface="Times New Roman" charset="0"/>
        </a:defRPr>
      </a:lvl6pPr>
      <a:lvl7pPr marL="817912" algn="ctr" rtl="0" eaLnBrk="1" fontAlgn="base" hangingPunct="1">
        <a:spcBef>
          <a:spcPct val="0"/>
        </a:spcBef>
        <a:spcAft>
          <a:spcPct val="0"/>
        </a:spcAft>
        <a:defRPr sz="3936">
          <a:solidFill>
            <a:schemeClr val="tx2"/>
          </a:solidFill>
          <a:latin typeface="Times New Roman" charset="0"/>
        </a:defRPr>
      </a:lvl7pPr>
      <a:lvl8pPr marL="1226867" algn="ctr" rtl="0" eaLnBrk="1" fontAlgn="base" hangingPunct="1">
        <a:spcBef>
          <a:spcPct val="0"/>
        </a:spcBef>
        <a:spcAft>
          <a:spcPct val="0"/>
        </a:spcAft>
        <a:defRPr sz="3936">
          <a:solidFill>
            <a:schemeClr val="tx2"/>
          </a:solidFill>
          <a:latin typeface="Times New Roman" charset="0"/>
        </a:defRPr>
      </a:lvl8pPr>
      <a:lvl9pPr marL="1635821" algn="ctr" rtl="0" eaLnBrk="1" fontAlgn="base" hangingPunct="1">
        <a:spcBef>
          <a:spcPct val="0"/>
        </a:spcBef>
        <a:spcAft>
          <a:spcPct val="0"/>
        </a:spcAft>
        <a:defRPr sz="3936">
          <a:solidFill>
            <a:schemeClr val="tx2"/>
          </a:solidFill>
          <a:latin typeface="Times New Roman" charset="0"/>
        </a:defRPr>
      </a:lvl9pPr>
    </p:titleStyle>
    <p:bodyStyle>
      <a:lvl1pPr marL="305098" indent="-305098" algn="l" rtl="0" eaLnBrk="0" fontAlgn="base" hangingPunct="0">
        <a:spcBef>
          <a:spcPts val="539"/>
        </a:spcBef>
        <a:spcAft>
          <a:spcPct val="0"/>
        </a:spcAft>
        <a:defRPr sz="938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62286" indent="-254497" algn="l" rtl="0" eaLnBrk="0" fontAlgn="base" hangingPunct="0">
        <a:spcBef>
          <a:spcPts val="539"/>
        </a:spcBef>
        <a:spcAft>
          <a:spcPct val="0"/>
        </a:spcAft>
        <a:defRPr sz="938" b="1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marL="160734" indent="-160734" algn="l" rtl="0" eaLnBrk="0" fontAlgn="base" hangingPunct="0">
        <a:spcBef>
          <a:spcPts val="539"/>
        </a:spcBef>
        <a:spcAft>
          <a:spcPct val="0"/>
        </a:spcAft>
        <a:buClr>
          <a:schemeClr val="accent1"/>
        </a:buClr>
        <a:buSzPct val="75000"/>
        <a:buFont typeface="Arial" panose="020B0604020202020204" pitchFamily="34" charset="0"/>
        <a:buChar char="►"/>
        <a:defRPr sz="938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marL="319981" indent="-159247" algn="l" rtl="0" eaLnBrk="0" fontAlgn="base" hangingPunct="0">
        <a:spcBef>
          <a:spcPts val="539"/>
        </a:spcBef>
        <a:spcAft>
          <a:spcPct val="0"/>
        </a:spcAft>
        <a:buClr>
          <a:schemeClr val="accent1"/>
        </a:buClr>
        <a:buSzPct val="75000"/>
        <a:buFont typeface="Arial" panose="020B0604020202020204" pitchFamily="34" charset="0"/>
        <a:buChar char="►"/>
        <a:defRPr sz="938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marL="480715" indent="-160734" algn="l" rtl="0" eaLnBrk="0" fontAlgn="base" hangingPunct="0">
        <a:spcBef>
          <a:spcPts val="539"/>
        </a:spcBef>
        <a:spcAft>
          <a:spcPct val="0"/>
        </a:spcAft>
        <a:buClr>
          <a:schemeClr val="accent1"/>
        </a:buClr>
        <a:buSzPct val="75000"/>
        <a:buFont typeface="Arial" panose="020B0604020202020204" pitchFamily="34" charset="0"/>
        <a:buChar char="►"/>
        <a:defRPr sz="938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2249256" indent="-204478" algn="l" rtl="0" eaLnBrk="1" fontAlgn="base" hangingPunct="1">
        <a:spcBef>
          <a:spcPct val="20000"/>
        </a:spcBef>
        <a:spcAft>
          <a:spcPct val="0"/>
        </a:spcAft>
        <a:buChar char="»"/>
        <a:defRPr sz="1789">
          <a:solidFill>
            <a:schemeClr val="tx1"/>
          </a:solidFill>
          <a:latin typeface="+mn-lt"/>
        </a:defRPr>
      </a:lvl6pPr>
      <a:lvl7pPr marL="2658211" indent="-204478" algn="l" rtl="0" eaLnBrk="1" fontAlgn="base" hangingPunct="1">
        <a:spcBef>
          <a:spcPct val="20000"/>
        </a:spcBef>
        <a:spcAft>
          <a:spcPct val="0"/>
        </a:spcAft>
        <a:buChar char="»"/>
        <a:defRPr sz="1789">
          <a:solidFill>
            <a:schemeClr val="tx1"/>
          </a:solidFill>
          <a:latin typeface="+mn-lt"/>
        </a:defRPr>
      </a:lvl7pPr>
      <a:lvl8pPr marL="3067168" indent="-204478" algn="l" rtl="0" eaLnBrk="1" fontAlgn="base" hangingPunct="1">
        <a:spcBef>
          <a:spcPct val="20000"/>
        </a:spcBef>
        <a:spcAft>
          <a:spcPct val="0"/>
        </a:spcAft>
        <a:buChar char="»"/>
        <a:defRPr sz="1789">
          <a:solidFill>
            <a:schemeClr val="tx1"/>
          </a:solidFill>
          <a:latin typeface="+mn-lt"/>
        </a:defRPr>
      </a:lvl8pPr>
      <a:lvl9pPr marL="3476123" indent="-204478" algn="l" rtl="0" eaLnBrk="1" fontAlgn="base" hangingPunct="1">
        <a:spcBef>
          <a:spcPct val="20000"/>
        </a:spcBef>
        <a:spcAft>
          <a:spcPct val="0"/>
        </a:spcAft>
        <a:buChar char="»"/>
        <a:defRPr sz="1789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17912" rtl="0" eaLnBrk="1" latinLnBrk="0" hangingPunct="1">
        <a:defRPr sz="1611" kern="1200">
          <a:solidFill>
            <a:schemeClr val="tx1"/>
          </a:solidFill>
          <a:latin typeface="+mn-lt"/>
          <a:ea typeface="+mn-ea"/>
          <a:cs typeface="+mn-cs"/>
        </a:defRPr>
      </a:lvl1pPr>
      <a:lvl2pPr marL="408955" algn="l" defTabSz="817912" rtl="0" eaLnBrk="1" latinLnBrk="0" hangingPunct="1">
        <a:defRPr sz="1611" kern="1200">
          <a:solidFill>
            <a:schemeClr val="tx1"/>
          </a:solidFill>
          <a:latin typeface="+mn-lt"/>
          <a:ea typeface="+mn-ea"/>
          <a:cs typeface="+mn-cs"/>
        </a:defRPr>
      </a:lvl2pPr>
      <a:lvl3pPr marL="817912" algn="l" defTabSz="817912" rtl="0" eaLnBrk="1" latinLnBrk="0" hangingPunct="1">
        <a:defRPr sz="1611" kern="1200">
          <a:solidFill>
            <a:schemeClr val="tx1"/>
          </a:solidFill>
          <a:latin typeface="+mn-lt"/>
          <a:ea typeface="+mn-ea"/>
          <a:cs typeface="+mn-cs"/>
        </a:defRPr>
      </a:lvl3pPr>
      <a:lvl4pPr marL="1226867" algn="l" defTabSz="817912" rtl="0" eaLnBrk="1" latinLnBrk="0" hangingPunct="1">
        <a:defRPr sz="1611" kern="1200">
          <a:solidFill>
            <a:schemeClr val="tx1"/>
          </a:solidFill>
          <a:latin typeface="+mn-lt"/>
          <a:ea typeface="+mn-ea"/>
          <a:cs typeface="+mn-cs"/>
        </a:defRPr>
      </a:lvl4pPr>
      <a:lvl5pPr marL="1635821" algn="l" defTabSz="817912" rtl="0" eaLnBrk="1" latinLnBrk="0" hangingPunct="1">
        <a:defRPr sz="1611" kern="1200">
          <a:solidFill>
            <a:schemeClr val="tx1"/>
          </a:solidFill>
          <a:latin typeface="+mn-lt"/>
          <a:ea typeface="+mn-ea"/>
          <a:cs typeface="+mn-cs"/>
        </a:defRPr>
      </a:lvl5pPr>
      <a:lvl6pPr marL="2044778" algn="l" defTabSz="817912" rtl="0" eaLnBrk="1" latinLnBrk="0" hangingPunct="1">
        <a:defRPr sz="1611" kern="1200">
          <a:solidFill>
            <a:schemeClr val="tx1"/>
          </a:solidFill>
          <a:latin typeface="+mn-lt"/>
          <a:ea typeface="+mn-ea"/>
          <a:cs typeface="+mn-cs"/>
        </a:defRPr>
      </a:lvl6pPr>
      <a:lvl7pPr marL="2453733" algn="l" defTabSz="817912" rtl="0" eaLnBrk="1" latinLnBrk="0" hangingPunct="1">
        <a:defRPr sz="1611" kern="1200">
          <a:solidFill>
            <a:schemeClr val="tx1"/>
          </a:solidFill>
          <a:latin typeface="+mn-lt"/>
          <a:ea typeface="+mn-ea"/>
          <a:cs typeface="+mn-cs"/>
        </a:defRPr>
      </a:lvl7pPr>
      <a:lvl8pPr marL="2862688" algn="l" defTabSz="817912" rtl="0" eaLnBrk="1" latinLnBrk="0" hangingPunct="1">
        <a:defRPr sz="1611" kern="1200">
          <a:solidFill>
            <a:schemeClr val="tx1"/>
          </a:solidFill>
          <a:latin typeface="+mn-lt"/>
          <a:ea typeface="+mn-ea"/>
          <a:cs typeface="+mn-cs"/>
        </a:defRPr>
      </a:lvl8pPr>
      <a:lvl9pPr marL="3271645" algn="l" defTabSz="817912" rtl="0" eaLnBrk="1" latinLnBrk="0" hangingPunct="1">
        <a:defRPr sz="16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itle Placeholder 1">
            <a:extLst>
              <a:ext uri="{FF2B5EF4-FFF2-40B4-BE49-F238E27FC236}">
                <a16:creationId xmlns:a16="http://schemas.microsoft.com/office/drawing/2014/main" id="{D485F623-8E69-419E-AA1E-28987327CA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6596" y="200919"/>
            <a:ext cx="8233833" cy="861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49507" name="Text Placeholder 2">
            <a:extLst>
              <a:ext uri="{FF2B5EF4-FFF2-40B4-BE49-F238E27FC236}">
                <a16:creationId xmlns:a16="http://schemas.microsoft.com/office/drawing/2014/main" id="{3FFC0445-80B4-4FDE-8103-5D786911E2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6595" y="1425774"/>
            <a:ext cx="8230810" cy="469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49508" name="Page Placeholder Gray">
            <a:extLst>
              <a:ext uri="{FF2B5EF4-FFF2-40B4-BE49-F238E27FC236}">
                <a16:creationId xmlns:a16="http://schemas.microsoft.com/office/drawing/2014/main" id="{701B3B5B-ED51-4F41-9289-68D66C7E9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596" y="6496348"/>
            <a:ext cx="722690" cy="200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r>
              <a:rPr lang="en-US" altLang="ko-KR" sz="1031">
                <a:solidFill>
                  <a:schemeClr val="bg1"/>
                </a:solidFill>
                <a:cs typeface="Arial" panose="020B0604020202020204" pitchFamily="34" charset="0"/>
              </a:rPr>
              <a:t>Page </a:t>
            </a:r>
            <a:fld id="{7018695A-EC98-4DA9-B3AF-D5AAAC7CDEBC}" type="slidenum">
              <a:rPr lang="en-US" altLang="ko-KR" sz="1031">
                <a:solidFill>
                  <a:schemeClr val="bg1"/>
                </a:solidFill>
                <a:cs typeface="Arial" panose="020B0604020202020204" pitchFamily="34" charset="0"/>
              </a:rPr>
              <a:pPr/>
              <a:t>‹#›</a:t>
            </a:fld>
            <a:endParaRPr lang="en-US" altLang="ko-KR" sz="103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010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99" r:id="rId1"/>
  </p:sldLayoutIdLst>
  <p:hf sldNum="0" hdr="0" ftr="0"/>
  <p:txStyles>
    <p:titleStyle>
      <a:lvl1pPr algn="l" defTabSz="898922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906" b="1" kern="1200">
          <a:solidFill>
            <a:schemeClr val="bg1"/>
          </a:solidFill>
          <a:latin typeface="+mn-lt"/>
          <a:ea typeface="+mj-ea"/>
          <a:cs typeface="Arial" pitchFamily="34" charset="0"/>
        </a:defRPr>
      </a:lvl1pPr>
      <a:lvl2pPr algn="l" defTabSz="898922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906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898922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906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898922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906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898922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906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28625" algn="l" defTabSz="898922" rtl="0" fontAlgn="base">
        <a:lnSpc>
          <a:spcPct val="85000"/>
        </a:lnSpc>
        <a:spcBef>
          <a:spcPct val="0"/>
        </a:spcBef>
        <a:spcAft>
          <a:spcPct val="0"/>
        </a:spcAft>
        <a:defRPr sz="2906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857250" algn="l" defTabSz="898922" rtl="0" fontAlgn="base">
        <a:lnSpc>
          <a:spcPct val="85000"/>
        </a:lnSpc>
        <a:spcBef>
          <a:spcPct val="0"/>
        </a:spcBef>
        <a:spcAft>
          <a:spcPct val="0"/>
        </a:spcAft>
        <a:defRPr sz="2906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285875" algn="l" defTabSz="898922" rtl="0" fontAlgn="base">
        <a:lnSpc>
          <a:spcPct val="85000"/>
        </a:lnSpc>
        <a:spcBef>
          <a:spcPct val="0"/>
        </a:spcBef>
        <a:spcAft>
          <a:spcPct val="0"/>
        </a:spcAft>
        <a:defRPr sz="2906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714500" algn="l" defTabSz="898922" rtl="0" fontAlgn="base">
        <a:lnSpc>
          <a:spcPct val="85000"/>
        </a:lnSpc>
        <a:spcBef>
          <a:spcPct val="0"/>
        </a:spcBef>
        <a:spcAft>
          <a:spcPct val="0"/>
        </a:spcAft>
        <a:defRPr sz="2906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9747" indent="-349747" algn="l" defTabSz="898922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Arial" panose="020B0604020202020204" pitchFamily="34" charset="0"/>
        <a:buChar char="►"/>
        <a:defRPr sz="2344" kern="1200">
          <a:solidFill>
            <a:schemeClr val="bg1"/>
          </a:solidFill>
          <a:latin typeface="+mn-lt"/>
          <a:ea typeface="+mn-ea"/>
          <a:cs typeface="Arial" pitchFamily="34" charset="0"/>
        </a:defRPr>
      </a:lvl1pPr>
      <a:lvl2pPr marL="700981" indent="-349747" algn="l" defTabSz="898922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Arial" panose="020B0604020202020204" pitchFamily="34" charset="0"/>
        <a:buChar char="►"/>
        <a:defRPr sz="1969" kern="1200">
          <a:solidFill>
            <a:schemeClr val="bg1"/>
          </a:solidFill>
          <a:latin typeface="+mn-lt"/>
          <a:ea typeface="+mn-ea"/>
          <a:cs typeface="Arial" pitchFamily="34" charset="0"/>
        </a:defRPr>
      </a:lvl2pPr>
      <a:lvl3pPr marL="1052215" indent="-349747" algn="l" defTabSz="898922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Arial" panose="020B0604020202020204" pitchFamily="34" charset="0"/>
        <a:buChar char="►"/>
        <a:defRPr kern="1200">
          <a:solidFill>
            <a:schemeClr val="bg1"/>
          </a:solidFill>
          <a:latin typeface="+mn-lt"/>
          <a:ea typeface="+mn-ea"/>
          <a:cs typeface="Arial" pitchFamily="34" charset="0"/>
        </a:defRPr>
      </a:lvl3pPr>
      <a:lvl4pPr marL="1403450" indent="-349747" algn="l" defTabSz="898922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Arial" panose="020B0604020202020204" pitchFamily="34" charset="0"/>
        <a:buChar char="►"/>
        <a:defRPr sz="1500" kern="1200">
          <a:solidFill>
            <a:schemeClr val="bg1"/>
          </a:solidFill>
          <a:latin typeface="+mn-lt"/>
          <a:ea typeface="+mn-ea"/>
          <a:cs typeface="Arial" pitchFamily="34" charset="0"/>
        </a:defRPr>
      </a:lvl4pPr>
      <a:lvl5pPr marL="1754684" indent="-349747" algn="l" defTabSz="898922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Arial" panose="020B0604020202020204" pitchFamily="34" charset="0"/>
        <a:buChar char="►"/>
        <a:defRPr sz="1500" kern="1200">
          <a:solidFill>
            <a:schemeClr val="bg1"/>
          </a:solidFill>
          <a:latin typeface="+mn-lt"/>
          <a:ea typeface="+mn-ea"/>
          <a:cs typeface="Arial" pitchFamily="34" charset="0"/>
        </a:defRPr>
      </a:lvl5pPr>
      <a:lvl6pPr marL="2475309" indent="-225028" algn="l" defTabSz="900113" rtl="0" eaLnBrk="1" latinLnBrk="0" hangingPunct="1">
        <a:spcBef>
          <a:spcPct val="20000"/>
        </a:spcBef>
        <a:buFont typeface="Arial" pitchFamily="34" charset="0"/>
        <a:buChar char="•"/>
        <a:defRPr sz="1969" kern="1200">
          <a:solidFill>
            <a:schemeClr val="tx1"/>
          </a:solidFill>
          <a:latin typeface="+mn-lt"/>
          <a:ea typeface="+mn-ea"/>
          <a:cs typeface="+mn-cs"/>
        </a:defRPr>
      </a:lvl6pPr>
      <a:lvl7pPr marL="2925366" indent="-225028" algn="l" defTabSz="900113" rtl="0" eaLnBrk="1" latinLnBrk="0" hangingPunct="1">
        <a:spcBef>
          <a:spcPct val="20000"/>
        </a:spcBef>
        <a:buFont typeface="Arial" pitchFamily="34" charset="0"/>
        <a:buChar char="•"/>
        <a:defRPr sz="1969" kern="1200">
          <a:solidFill>
            <a:schemeClr val="tx1"/>
          </a:solidFill>
          <a:latin typeface="+mn-lt"/>
          <a:ea typeface="+mn-ea"/>
          <a:cs typeface="+mn-cs"/>
        </a:defRPr>
      </a:lvl7pPr>
      <a:lvl8pPr marL="3375422" indent="-225028" algn="l" defTabSz="900113" rtl="0" eaLnBrk="1" latinLnBrk="0" hangingPunct="1">
        <a:spcBef>
          <a:spcPct val="20000"/>
        </a:spcBef>
        <a:buFont typeface="Arial" pitchFamily="34" charset="0"/>
        <a:buChar char="•"/>
        <a:defRPr sz="1969" kern="1200">
          <a:solidFill>
            <a:schemeClr val="tx1"/>
          </a:solidFill>
          <a:latin typeface="+mn-lt"/>
          <a:ea typeface="+mn-ea"/>
          <a:cs typeface="+mn-cs"/>
        </a:defRPr>
      </a:lvl8pPr>
      <a:lvl9pPr marL="3825478" indent="-225028" algn="l" defTabSz="900113" rtl="0" eaLnBrk="1" latinLnBrk="0" hangingPunct="1">
        <a:spcBef>
          <a:spcPct val="20000"/>
        </a:spcBef>
        <a:buFont typeface="Arial" pitchFamily="34" charset="0"/>
        <a:buChar char="•"/>
        <a:defRPr sz="19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0113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50056" algn="l" defTabSz="900113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algn="l" defTabSz="900113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50169" algn="l" defTabSz="900113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800225" algn="l" defTabSz="900113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50281" algn="l" defTabSz="900113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700338" algn="l" defTabSz="900113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50394" algn="l" defTabSz="900113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600450" algn="l" defTabSz="900113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4" name="Object 2" hidden="1">
            <a:extLst>
              <a:ext uri="{FF2B5EF4-FFF2-40B4-BE49-F238E27FC236}">
                <a16:creationId xmlns:a16="http://schemas.microsoft.com/office/drawing/2014/main" id="{C20DFF1F-A689-4AA0-B66E-A6FB2A700AD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13" y="1489"/>
          <a:ext cx="1511" cy="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60" imgH="360" progId="TCLayout.ActiveDocument.1">
                  <p:embed/>
                </p:oleObj>
              </mc:Choice>
              <mc:Fallback>
                <p:oleObj name="think-cell Slide" r:id="rId5" imgW="360" imgH="360" progId="TCLayout.ActiveDocument.1">
                  <p:embed/>
                  <p:pic>
                    <p:nvPicPr>
                      <p:cNvPr id="64514" name="Object 2" hidden="1">
                        <a:extLst>
                          <a:ext uri="{FF2B5EF4-FFF2-40B4-BE49-F238E27FC236}">
                            <a16:creationId xmlns:a16="http://schemas.microsoft.com/office/drawing/2014/main" id="{C20DFF1F-A689-4AA0-B66E-A6FB2A700A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3" y="1489"/>
                        <a:ext cx="1511" cy="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ECA33E2-5BD8-4018-9982-EB479CD3BF7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46655" cy="159247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830846" eaLnBrk="1" hangingPunct="1">
              <a:spcBef>
                <a:spcPct val="50000"/>
              </a:spcBef>
              <a:defRPr/>
            </a:pPr>
            <a:endParaRPr lang="en-US" altLang="ko-KR" sz="1999" u="none" kern="0" dirty="0">
              <a:solidFill>
                <a:schemeClr val="bg1"/>
              </a:solidFill>
              <a:latin typeface="현대하모니 L" panose="02020603020101020101" pitchFamily="18" charset="-127"/>
              <a:ea typeface="맑은 고딕" panose="020B0503020000020004" pitchFamily="50" charset="-127"/>
              <a:cs typeface="Arial" panose="020B0604020202020204" pitchFamily="34" charset="0"/>
              <a:sym typeface="현대하모니 L" panose="02020603020101020101" pitchFamily="18" charset="-127"/>
            </a:endParaRPr>
          </a:p>
        </p:txBody>
      </p:sp>
      <p:sp>
        <p:nvSpPr>
          <p:cNvPr id="64516" name="Title Placeholder 1">
            <a:extLst>
              <a:ext uri="{FF2B5EF4-FFF2-40B4-BE49-F238E27FC236}">
                <a16:creationId xmlns:a16="http://schemas.microsoft.com/office/drawing/2014/main" id="{DDF7FED6-E4E4-4F4F-9699-39817DCFF6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18798" y="367606"/>
            <a:ext cx="8306405" cy="720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맑은 고딕" panose="020B0503020000020004" pitchFamily="50" charset="-127"/>
              </a:rPr>
              <a:t>Click to edit Master title style</a:t>
            </a:r>
            <a:endParaRPr lang="en-GB" altLang="ko-KR">
              <a:sym typeface="맑은 고딕" panose="020B0503020000020004" pitchFamily="50" charset="-127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8C8568F-5C69-4892-9E1A-36814A6A9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798" y="1433215"/>
            <a:ext cx="8306405" cy="4691063"/>
          </a:xfrm>
          <a:prstGeom prst="rect">
            <a:avLst/>
          </a:prstGeom>
        </p:spPr>
        <p:txBody>
          <a:bodyPr vert="horz" wrap="square" lIns="90000" tIns="46800" rIns="90000" bIns="46800" rtlCol="0" anchor="t" anchorCtr="0">
            <a:noAutofit/>
          </a:bodyPr>
          <a:lstStyle/>
          <a:p>
            <a:pPr lvl="0"/>
            <a:r>
              <a:rPr lang="en-US" dirty="0"/>
              <a:t>First level bullet</a:t>
            </a:r>
          </a:p>
          <a:p>
            <a:pPr lvl="1"/>
            <a:r>
              <a:rPr lang="en-US" dirty="0"/>
              <a:t>Second level bullet</a:t>
            </a:r>
          </a:p>
          <a:p>
            <a:pPr lvl="2"/>
            <a:r>
              <a:rPr lang="en-US" dirty="0"/>
              <a:t>Third level bullet</a:t>
            </a:r>
          </a:p>
          <a:p>
            <a:pPr lvl="3"/>
            <a:r>
              <a:rPr lang="en-US" dirty="0"/>
              <a:t>Forth level bullet</a:t>
            </a:r>
          </a:p>
          <a:p>
            <a:pPr lvl="4"/>
            <a:r>
              <a:rPr lang="en-US" dirty="0"/>
              <a:t>Fifth level bullet</a:t>
            </a:r>
          </a:p>
          <a:p>
            <a:pPr lvl="5"/>
            <a:r>
              <a:rPr lang="en-US" dirty="0"/>
              <a:t>Sixth level bullet</a:t>
            </a:r>
          </a:p>
          <a:p>
            <a:pPr lvl="6"/>
            <a:r>
              <a:rPr lang="en-US" dirty="0"/>
              <a:t>Seventh level bullet</a:t>
            </a:r>
          </a:p>
          <a:p>
            <a:pPr lvl="7"/>
            <a:r>
              <a:rPr lang="en-US" dirty="0"/>
              <a:t>Eighth level bullet</a:t>
            </a:r>
          </a:p>
          <a:p>
            <a:pPr lvl="8"/>
            <a:r>
              <a:rPr lang="en-US" dirty="0"/>
              <a:t>Ninth level bullet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A4B9CE-D68F-468B-8C30-1C9B01894DFE}"/>
              </a:ext>
            </a:extLst>
          </p:cNvPr>
          <p:cNvSpPr txBox="1"/>
          <p:nvPr userDrawn="1"/>
        </p:nvSpPr>
        <p:spPr>
          <a:xfrm>
            <a:off x="8412526" y="6616764"/>
            <a:ext cx="314189" cy="1118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defTabSz="83084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727" dirty="0">
                <a:solidFill>
                  <a:schemeClr val="bg1"/>
                </a:solidFill>
                <a:latin typeface="EYInterstate Light" panose="02000506000000020004" pitchFamily="2" charset="0"/>
                <a:ea typeface="함초롬돋움" panose="020B0604000101010101" pitchFamily="50" charset="-127"/>
              </a:rPr>
              <a:t>Page </a:t>
            </a:r>
            <a:fld id="{32F9D027-002A-4227-878D-37ABC216CCC3}" type="slidenum">
              <a:rPr lang="en-GB" sz="727">
                <a:solidFill>
                  <a:schemeClr val="bg1"/>
                </a:solidFill>
                <a:latin typeface="EYInterstate Light" panose="02000506000000020004" pitchFamily="2" charset="0"/>
                <a:ea typeface="함초롬돋움" panose="020B0604000101010101" pitchFamily="50" charset="-127"/>
              </a:rPr>
              <a:pPr algn="r" defTabSz="830846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GB" sz="727" dirty="0">
              <a:solidFill>
                <a:schemeClr val="bg1"/>
              </a:solidFill>
              <a:latin typeface="EYInterstate Light" panose="02000506000000020004" pitchFamily="2" charset="0"/>
              <a:ea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2677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903" r:id="rId1"/>
  </p:sldLayoutIdLst>
  <p:hf sldNum="0" hdr="0" ftr="0"/>
  <p:txStyles>
    <p:titleStyle>
      <a:lvl1pPr algn="l" defTabSz="830461" rtl="0" eaLnBrk="0" fontAlgn="base" hangingPunct="0">
        <a:spcBef>
          <a:spcPct val="0"/>
        </a:spcBef>
        <a:spcAft>
          <a:spcPct val="0"/>
        </a:spcAft>
        <a:defRPr sz="1969" b="1" kern="1200">
          <a:solidFill>
            <a:schemeClr val="bg1"/>
          </a:solidFill>
          <a:latin typeface="EYInterstate Light" panose="02000506000000020004" pitchFamily="2" charset="0"/>
          <a:ea typeface="함초롬돋움" panose="020B0604000101010101" pitchFamily="50" charset="-127"/>
          <a:cs typeface="Arial" pitchFamily="34" charset="0"/>
          <a:sym typeface="맑은 고딕" panose="020B0503020000020004" pitchFamily="50" charset="-127"/>
        </a:defRPr>
      </a:lvl1pPr>
      <a:lvl2pPr algn="l" defTabSz="830461" rtl="0" eaLnBrk="0" fontAlgn="base" hangingPunct="0">
        <a:spcBef>
          <a:spcPct val="0"/>
        </a:spcBef>
        <a:spcAft>
          <a:spcPct val="0"/>
        </a:spcAft>
        <a:defRPr sz="1969" b="1">
          <a:solidFill>
            <a:schemeClr val="bg1"/>
          </a:solidFill>
          <a:latin typeface="EYInterstate Light" charset="0"/>
          <a:ea typeface="함초롬돋움" panose="020B0604000101010101" pitchFamily="50" charset="-127"/>
          <a:cs typeface="Arial" panose="020B0604020202020204" pitchFamily="34" charset="0"/>
          <a:sym typeface="맑은 고딕" panose="020B0503020000020004" pitchFamily="50" charset="-127"/>
        </a:defRPr>
      </a:lvl2pPr>
      <a:lvl3pPr algn="l" defTabSz="830461" rtl="0" eaLnBrk="0" fontAlgn="base" hangingPunct="0">
        <a:spcBef>
          <a:spcPct val="0"/>
        </a:spcBef>
        <a:spcAft>
          <a:spcPct val="0"/>
        </a:spcAft>
        <a:defRPr sz="1969" b="1">
          <a:solidFill>
            <a:schemeClr val="bg1"/>
          </a:solidFill>
          <a:latin typeface="EYInterstate Light" charset="0"/>
          <a:ea typeface="함초롬돋움" panose="020B0604000101010101" pitchFamily="50" charset="-127"/>
          <a:cs typeface="Arial" panose="020B0604020202020204" pitchFamily="34" charset="0"/>
          <a:sym typeface="맑은 고딕" panose="020B0503020000020004" pitchFamily="50" charset="-127"/>
        </a:defRPr>
      </a:lvl3pPr>
      <a:lvl4pPr algn="l" defTabSz="830461" rtl="0" eaLnBrk="0" fontAlgn="base" hangingPunct="0">
        <a:spcBef>
          <a:spcPct val="0"/>
        </a:spcBef>
        <a:spcAft>
          <a:spcPct val="0"/>
        </a:spcAft>
        <a:defRPr sz="1969" b="1">
          <a:solidFill>
            <a:schemeClr val="bg1"/>
          </a:solidFill>
          <a:latin typeface="EYInterstate Light" charset="0"/>
          <a:ea typeface="함초롬돋움" panose="020B0604000101010101" pitchFamily="50" charset="-127"/>
          <a:cs typeface="Arial" panose="020B0604020202020204" pitchFamily="34" charset="0"/>
          <a:sym typeface="맑은 고딕" panose="020B0503020000020004" pitchFamily="50" charset="-127"/>
        </a:defRPr>
      </a:lvl4pPr>
      <a:lvl5pPr algn="l" defTabSz="830461" rtl="0" eaLnBrk="0" fontAlgn="base" hangingPunct="0">
        <a:spcBef>
          <a:spcPct val="0"/>
        </a:spcBef>
        <a:spcAft>
          <a:spcPct val="0"/>
        </a:spcAft>
        <a:defRPr sz="1969" b="1">
          <a:solidFill>
            <a:schemeClr val="bg1"/>
          </a:solidFill>
          <a:latin typeface="EYInterstate Light" charset="0"/>
          <a:ea typeface="함초롬돋움" panose="020B0604000101010101" pitchFamily="50" charset="-127"/>
          <a:cs typeface="Arial" panose="020B0604020202020204" pitchFamily="34" charset="0"/>
          <a:sym typeface="맑은 고딕" panose="020B0503020000020004" pitchFamily="50" charset="-127"/>
        </a:defRPr>
      </a:lvl5pPr>
      <a:lvl6pPr marL="428625" algn="l" defTabSz="830461" rtl="0" fontAlgn="base">
        <a:spcBef>
          <a:spcPct val="0"/>
        </a:spcBef>
        <a:spcAft>
          <a:spcPct val="0"/>
        </a:spcAft>
        <a:defRPr sz="1969" b="1">
          <a:solidFill>
            <a:schemeClr val="bg1"/>
          </a:solidFill>
          <a:latin typeface="EYInterstate Light" charset="0"/>
          <a:ea typeface="함초롬돋움" panose="020B0604000101010101" pitchFamily="50" charset="-127"/>
          <a:cs typeface="Arial" panose="020B0604020202020204" pitchFamily="34" charset="0"/>
          <a:sym typeface="맑은 고딕" panose="020B0503020000020004" pitchFamily="50" charset="-127"/>
        </a:defRPr>
      </a:lvl6pPr>
      <a:lvl7pPr marL="857250" algn="l" defTabSz="830461" rtl="0" fontAlgn="base">
        <a:spcBef>
          <a:spcPct val="0"/>
        </a:spcBef>
        <a:spcAft>
          <a:spcPct val="0"/>
        </a:spcAft>
        <a:defRPr sz="1969" b="1">
          <a:solidFill>
            <a:schemeClr val="bg1"/>
          </a:solidFill>
          <a:latin typeface="EYInterstate Light" charset="0"/>
          <a:ea typeface="함초롬돋움" panose="020B0604000101010101" pitchFamily="50" charset="-127"/>
          <a:cs typeface="Arial" panose="020B0604020202020204" pitchFamily="34" charset="0"/>
          <a:sym typeface="맑은 고딕" panose="020B0503020000020004" pitchFamily="50" charset="-127"/>
        </a:defRPr>
      </a:lvl7pPr>
      <a:lvl8pPr marL="1285875" algn="l" defTabSz="830461" rtl="0" fontAlgn="base">
        <a:spcBef>
          <a:spcPct val="0"/>
        </a:spcBef>
        <a:spcAft>
          <a:spcPct val="0"/>
        </a:spcAft>
        <a:defRPr sz="1969" b="1">
          <a:solidFill>
            <a:schemeClr val="bg1"/>
          </a:solidFill>
          <a:latin typeface="EYInterstate Light" charset="0"/>
          <a:ea typeface="함초롬돋움" panose="020B0604000101010101" pitchFamily="50" charset="-127"/>
          <a:cs typeface="Arial" panose="020B0604020202020204" pitchFamily="34" charset="0"/>
          <a:sym typeface="맑은 고딕" panose="020B0503020000020004" pitchFamily="50" charset="-127"/>
        </a:defRPr>
      </a:lvl8pPr>
      <a:lvl9pPr marL="1714500" algn="l" defTabSz="830461" rtl="0" fontAlgn="base">
        <a:spcBef>
          <a:spcPct val="0"/>
        </a:spcBef>
        <a:spcAft>
          <a:spcPct val="0"/>
        </a:spcAft>
        <a:defRPr sz="1969" b="1">
          <a:solidFill>
            <a:schemeClr val="bg1"/>
          </a:solidFill>
          <a:latin typeface="EYInterstate Light" charset="0"/>
          <a:ea typeface="함초롬돋움" panose="020B0604000101010101" pitchFamily="50" charset="-127"/>
          <a:cs typeface="Arial" panose="020B0604020202020204" pitchFamily="34" charset="0"/>
          <a:sym typeface="맑은 고딕" panose="020B0503020000020004" pitchFamily="50" charset="-127"/>
        </a:defRPr>
      </a:lvl9pPr>
    </p:titleStyle>
    <p:bodyStyle>
      <a:lvl1pPr marL="129481" indent="-129481" algn="l" defTabSz="830461" rtl="0" eaLnBrk="0" fontAlgn="base" hangingPunct="0">
        <a:spcBef>
          <a:spcPts val="551"/>
        </a:spcBef>
        <a:spcAft>
          <a:spcPct val="0"/>
        </a:spcAft>
        <a:buClr>
          <a:schemeClr val="bg1"/>
        </a:buClr>
        <a:buSzPct val="75000"/>
        <a:buFont typeface="Arial" panose="020B0604020202020204" pitchFamily="34" charset="0"/>
        <a:buChar char="►"/>
        <a:defRPr sz="1031" kern="1200">
          <a:solidFill>
            <a:schemeClr val="bg1"/>
          </a:solidFill>
          <a:latin typeface="EYInterstate Light" panose="02000506000000020004" pitchFamily="2" charset="0"/>
          <a:ea typeface="함초롬돋움" panose="020B0604000101010101" pitchFamily="50" charset="-127"/>
          <a:cs typeface="Arial" pitchFamily="34" charset="0"/>
          <a:sym typeface="맑은 고딕" panose="020B0503020000020004" pitchFamily="50" charset="-127"/>
        </a:defRPr>
      </a:lvl1pPr>
      <a:lvl2pPr marL="260450" indent="-129481" algn="l" defTabSz="830461" rtl="0" eaLnBrk="0" fontAlgn="base" hangingPunct="0">
        <a:spcBef>
          <a:spcPts val="270"/>
        </a:spcBef>
        <a:spcAft>
          <a:spcPct val="0"/>
        </a:spcAft>
        <a:buClr>
          <a:schemeClr val="bg1"/>
        </a:buClr>
        <a:buSzPct val="75000"/>
        <a:buFont typeface="Arial" panose="020B0604020202020204" pitchFamily="34" charset="0"/>
        <a:buChar char="►"/>
        <a:defRPr sz="938" kern="1200">
          <a:solidFill>
            <a:schemeClr val="bg1"/>
          </a:solidFill>
          <a:latin typeface="EYInterstate Light" panose="02000506000000020004" pitchFamily="2" charset="0"/>
          <a:ea typeface="함초롬돋움" panose="020B0604000101010101" pitchFamily="50" charset="-127"/>
          <a:cs typeface="Arial" pitchFamily="34" charset="0"/>
          <a:sym typeface="맑은 고딕" panose="020B0503020000020004" pitchFamily="50" charset="-127"/>
        </a:defRPr>
      </a:lvl2pPr>
      <a:lvl3pPr marL="391418" indent="-129481" algn="l" defTabSz="830461" rtl="0" eaLnBrk="0" fontAlgn="base" hangingPunct="0">
        <a:spcBef>
          <a:spcPts val="188"/>
        </a:spcBef>
        <a:spcAft>
          <a:spcPct val="0"/>
        </a:spcAft>
        <a:buClr>
          <a:schemeClr val="bg1"/>
        </a:buClr>
        <a:buSzPct val="75000"/>
        <a:buFont typeface="Arial" panose="020B0604020202020204" pitchFamily="34" charset="0"/>
        <a:buChar char="►"/>
        <a:defRPr sz="938" kern="1200">
          <a:solidFill>
            <a:schemeClr val="bg1"/>
          </a:solidFill>
          <a:latin typeface="EYInterstate Light" panose="02000506000000020004" pitchFamily="2" charset="0"/>
          <a:ea typeface="함초롬돋움" panose="020B0604000101010101" pitchFamily="50" charset="-127"/>
          <a:cs typeface="Arial" pitchFamily="34" charset="0"/>
        </a:defRPr>
      </a:lvl3pPr>
      <a:lvl4pPr marL="522387" indent="-129481" algn="l" defTabSz="830461" rtl="0" eaLnBrk="0" fontAlgn="base" hangingPunct="0">
        <a:spcBef>
          <a:spcPct val="0"/>
        </a:spcBef>
        <a:spcAft>
          <a:spcPct val="0"/>
        </a:spcAft>
        <a:buClr>
          <a:schemeClr val="bg1"/>
        </a:buClr>
        <a:buSzPct val="75000"/>
        <a:buFont typeface="Arial" panose="020B0604020202020204" pitchFamily="34" charset="0"/>
        <a:buChar char="►"/>
        <a:defRPr sz="938" kern="1200">
          <a:solidFill>
            <a:schemeClr val="bg1"/>
          </a:solidFill>
          <a:latin typeface="EYInterstate Light" panose="02000506000000020004" pitchFamily="2" charset="0"/>
          <a:ea typeface="함초롬돋움" panose="020B0604000101010101" pitchFamily="50" charset="-127"/>
          <a:cs typeface="Arial" pitchFamily="34" charset="0"/>
        </a:defRPr>
      </a:lvl4pPr>
      <a:lvl5pPr marL="653356" indent="-129481" algn="l" defTabSz="830461" rtl="0" eaLnBrk="0" fontAlgn="base" hangingPunct="0">
        <a:spcBef>
          <a:spcPct val="0"/>
        </a:spcBef>
        <a:spcAft>
          <a:spcPct val="0"/>
        </a:spcAft>
        <a:buClr>
          <a:schemeClr val="bg1"/>
        </a:buClr>
        <a:buSzPct val="75000"/>
        <a:buFont typeface="Arial" panose="020B0604020202020204" pitchFamily="34" charset="0"/>
        <a:buChar char="►"/>
        <a:defRPr sz="938" kern="1200">
          <a:solidFill>
            <a:schemeClr val="bg1"/>
          </a:solidFill>
          <a:latin typeface="EYInterstate Light" panose="02000506000000020004" pitchFamily="2" charset="0"/>
          <a:ea typeface="함초롬돋움" panose="020B0604000101010101" pitchFamily="50" charset="-127"/>
          <a:cs typeface="Arial" pitchFamily="34" charset="0"/>
        </a:defRPr>
      </a:lvl5pPr>
      <a:lvl6pPr marL="785052" indent="-130842" algn="l" defTabSz="830846" rtl="0" eaLnBrk="1" latinLnBrk="0" hangingPunct="1">
        <a:spcBef>
          <a:spcPts val="0"/>
        </a:spcBef>
        <a:buClr>
          <a:schemeClr val="bg1"/>
        </a:buClr>
        <a:buSzPct val="75000"/>
        <a:buFont typeface="Arial" panose="020B0604020202020204" pitchFamily="34" charset="0"/>
        <a:buChar char="►"/>
        <a:defRPr sz="999" b="0" kern="1200" baseline="0">
          <a:solidFill>
            <a:schemeClr val="bg1"/>
          </a:solidFill>
          <a:latin typeface="EYInterstate Light" panose="02000506000000020004" pitchFamily="2" charset="0"/>
          <a:ea typeface="함초롬돋움" panose="020B0604000101010101" pitchFamily="50" charset="-127"/>
          <a:cs typeface="+mn-cs"/>
        </a:defRPr>
      </a:lvl6pPr>
      <a:lvl7pPr marL="915894" indent="-130842" algn="l" defTabSz="830846" rtl="0" eaLnBrk="1" latinLnBrk="0" hangingPunct="1">
        <a:spcBef>
          <a:spcPts val="0"/>
        </a:spcBef>
        <a:buClr>
          <a:schemeClr val="bg1"/>
        </a:buClr>
        <a:buSzPct val="75000"/>
        <a:buFont typeface="Arial" panose="020B0604020202020204" pitchFamily="34" charset="0"/>
        <a:buChar char="►"/>
        <a:defRPr sz="999" b="0" kern="1200" baseline="0">
          <a:solidFill>
            <a:schemeClr val="bg1"/>
          </a:solidFill>
          <a:latin typeface="EYInterstate Light" panose="02000506000000020004" pitchFamily="2" charset="0"/>
          <a:ea typeface="함초롬돋움" panose="020B0604000101010101" pitchFamily="50" charset="-127"/>
          <a:cs typeface="+mn-cs"/>
        </a:defRPr>
      </a:lvl7pPr>
      <a:lvl8pPr marL="1046736" indent="-130842" algn="l" defTabSz="830846" rtl="0" eaLnBrk="1" latinLnBrk="0" hangingPunct="1">
        <a:spcBef>
          <a:spcPts val="0"/>
        </a:spcBef>
        <a:buClr>
          <a:schemeClr val="bg1"/>
        </a:buClr>
        <a:buSzPct val="75000"/>
        <a:buFont typeface="Arial" panose="020B0604020202020204" pitchFamily="34" charset="0"/>
        <a:buChar char="►"/>
        <a:defRPr sz="999" b="0" kern="1200" baseline="0">
          <a:solidFill>
            <a:schemeClr val="bg1"/>
          </a:solidFill>
          <a:latin typeface="EYInterstate Light" panose="02000506000000020004" pitchFamily="2" charset="0"/>
          <a:ea typeface="함초롬돋움" panose="020B0604000101010101" pitchFamily="50" charset="-127"/>
          <a:cs typeface="+mn-cs"/>
        </a:defRPr>
      </a:lvl8pPr>
      <a:lvl9pPr marL="1177578" indent="-130842" algn="l" defTabSz="830846" rtl="0" eaLnBrk="1" latinLnBrk="0" hangingPunct="1">
        <a:spcBef>
          <a:spcPts val="0"/>
        </a:spcBef>
        <a:buClr>
          <a:schemeClr val="bg1"/>
        </a:buClr>
        <a:buSzPct val="75000"/>
        <a:buFont typeface="Arial" panose="020B0604020202020204" pitchFamily="34" charset="0"/>
        <a:buChar char="►"/>
        <a:defRPr sz="999" b="0" kern="1200" baseline="0">
          <a:solidFill>
            <a:schemeClr val="bg1"/>
          </a:solidFill>
          <a:latin typeface="EYInterstate Light" panose="02000506000000020004" pitchFamily="2" charset="0"/>
          <a:ea typeface="함초롬돋움" panose="020B0604000101010101" pitchFamily="50" charset="-127"/>
          <a:cs typeface="+mn-cs"/>
        </a:defRPr>
      </a:lvl9pPr>
    </p:bodyStyle>
    <p:otherStyle>
      <a:defPPr>
        <a:defRPr lang="en-US"/>
      </a:defPPr>
      <a:lvl1pPr marL="0" algn="l" defTabSz="830846" rtl="0" eaLnBrk="1" latinLnBrk="0" hangingPunct="1">
        <a:defRPr sz="1636" kern="1200">
          <a:solidFill>
            <a:schemeClr val="tx1"/>
          </a:solidFill>
          <a:latin typeface="+mn-lt"/>
          <a:ea typeface="+mn-ea"/>
          <a:cs typeface="+mn-cs"/>
        </a:defRPr>
      </a:lvl1pPr>
      <a:lvl2pPr marL="415423" algn="l" defTabSz="830846" rtl="0" eaLnBrk="1" latinLnBrk="0" hangingPunct="1">
        <a:defRPr sz="1636" kern="1200">
          <a:solidFill>
            <a:schemeClr val="tx1"/>
          </a:solidFill>
          <a:latin typeface="+mn-lt"/>
          <a:ea typeface="+mn-ea"/>
          <a:cs typeface="+mn-cs"/>
        </a:defRPr>
      </a:lvl2pPr>
      <a:lvl3pPr marL="830846" algn="l" defTabSz="830846" rtl="0" eaLnBrk="1" latinLnBrk="0" hangingPunct="1">
        <a:defRPr sz="1636" kern="1200">
          <a:solidFill>
            <a:schemeClr val="tx1"/>
          </a:solidFill>
          <a:latin typeface="+mn-lt"/>
          <a:ea typeface="+mn-ea"/>
          <a:cs typeface="+mn-cs"/>
        </a:defRPr>
      </a:lvl3pPr>
      <a:lvl4pPr marL="1246270" algn="l" defTabSz="830846" rtl="0" eaLnBrk="1" latinLnBrk="0" hangingPunct="1">
        <a:defRPr sz="1636" kern="1200">
          <a:solidFill>
            <a:schemeClr val="tx1"/>
          </a:solidFill>
          <a:latin typeface="+mn-lt"/>
          <a:ea typeface="+mn-ea"/>
          <a:cs typeface="+mn-cs"/>
        </a:defRPr>
      </a:lvl4pPr>
      <a:lvl5pPr marL="1661693" algn="l" defTabSz="830846" rtl="0" eaLnBrk="1" latinLnBrk="0" hangingPunct="1">
        <a:defRPr sz="1636" kern="1200">
          <a:solidFill>
            <a:schemeClr val="tx1"/>
          </a:solidFill>
          <a:latin typeface="+mn-lt"/>
          <a:ea typeface="+mn-ea"/>
          <a:cs typeface="+mn-cs"/>
        </a:defRPr>
      </a:lvl5pPr>
      <a:lvl6pPr marL="2077117" algn="l" defTabSz="830846" rtl="0" eaLnBrk="1" latinLnBrk="0" hangingPunct="1">
        <a:defRPr sz="1636" kern="1200">
          <a:solidFill>
            <a:schemeClr val="tx1"/>
          </a:solidFill>
          <a:latin typeface="+mn-lt"/>
          <a:ea typeface="+mn-ea"/>
          <a:cs typeface="+mn-cs"/>
        </a:defRPr>
      </a:lvl6pPr>
      <a:lvl7pPr marL="2492540" algn="l" defTabSz="830846" rtl="0" eaLnBrk="1" latinLnBrk="0" hangingPunct="1">
        <a:defRPr sz="1636" kern="1200">
          <a:solidFill>
            <a:schemeClr val="tx1"/>
          </a:solidFill>
          <a:latin typeface="+mn-lt"/>
          <a:ea typeface="+mn-ea"/>
          <a:cs typeface="+mn-cs"/>
        </a:defRPr>
      </a:lvl7pPr>
      <a:lvl8pPr marL="2907964" algn="l" defTabSz="830846" rtl="0" eaLnBrk="1" latinLnBrk="0" hangingPunct="1">
        <a:defRPr sz="1636" kern="1200">
          <a:solidFill>
            <a:schemeClr val="tx1"/>
          </a:solidFill>
          <a:latin typeface="+mn-lt"/>
          <a:ea typeface="+mn-ea"/>
          <a:cs typeface="+mn-cs"/>
        </a:defRPr>
      </a:lvl8pPr>
      <a:lvl9pPr marL="3323387" algn="l" defTabSz="830846" rtl="0" eaLnBrk="1" latinLnBrk="0" hangingPunct="1">
        <a:defRPr sz="16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2" y="201600"/>
            <a:ext cx="8229600" cy="860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425602"/>
            <a:ext cx="8229600" cy="47000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457263" y="6519676"/>
            <a:ext cx="663854" cy="2011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838163" fontAlgn="auto" latinLnBrk="0">
              <a:spcBef>
                <a:spcPts val="0"/>
              </a:spcBef>
              <a:spcAft>
                <a:spcPts val="0"/>
              </a:spcAft>
            </a:pPr>
            <a:r>
              <a:rPr lang="en-GB" sz="1015" b="0" dirty="0">
                <a:solidFill>
                  <a:srgbClr val="646464"/>
                </a:solidFill>
                <a:latin typeface="EYInterstate" panose="02000503020000020004" pitchFamily="2" charset="0"/>
                <a:ea typeface="+mn-ea"/>
              </a:rPr>
              <a:t>Page </a:t>
            </a:r>
            <a:fld id="{9AE4D82F-B047-469B-AC52-A46321747EAF}" type="slidenum">
              <a:rPr lang="en-GB" sz="1015" b="0" smtClean="0">
                <a:solidFill>
                  <a:srgbClr val="646464"/>
                </a:solidFill>
                <a:latin typeface="EYInterstate" panose="02000503020000020004" pitchFamily="2" charset="0"/>
                <a:ea typeface="+mn-ea"/>
              </a:rPr>
              <a:pPr defTabSz="838163" fontAlgn="auto" latinLnBrk="0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 sz="1015" b="0" dirty="0">
              <a:solidFill>
                <a:srgbClr val="646464"/>
              </a:solidFill>
              <a:latin typeface="EYInterstate" panose="02000503020000020004" pitchFamily="2" charset="0"/>
              <a:ea typeface="+mn-ea"/>
            </a:endParaRPr>
          </a:p>
        </p:txBody>
      </p:sp>
      <p:sp>
        <p:nvSpPr>
          <p:cNvPr id="4" name="Line 10">
            <a:extLst>
              <a:ext uri="{FF2B5EF4-FFF2-40B4-BE49-F238E27FC236}">
                <a16:creationId xmlns:a16="http://schemas.microsoft.com/office/drawing/2014/main" id="{D8B38001-25FD-BAA3-ADFF-1FAE50BCAD5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2" y="1044000"/>
            <a:ext cx="82296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83812" tIns="41906" rIns="83812" bIns="41906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61" b="0" dirty="0">
              <a:solidFill>
                <a:srgbClr val="646464"/>
              </a:solidFill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08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905" r:id="rId1"/>
  </p:sldLayoutIdLst>
  <p:hf sldNum="0" hdr="0"/>
  <p:txStyles>
    <p:titleStyle>
      <a:lvl1pPr algn="l" defTabSz="838163" rtl="0" eaLnBrk="1" latinLnBrk="0" hangingPunct="1">
        <a:lnSpc>
          <a:spcPct val="85000"/>
        </a:lnSpc>
        <a:spcBef>
          <a:spcPct val="0"/>
        </a:spcBef>
        <a:buNone/>
        <a:defRPr sz="2953" b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326887" indent="-326887" algn="l" defTabSz="838163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2215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1pPr>
      <a:lvl2pPr marL="653771" indent="-326887" algn="l" defTabSz="838163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846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2pPr>
      <a:lvl3pPr marL="980665" indent="-326887" algn="l" defTabSz="838163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661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3pPr>
      <a:lvl4pPr marL="1307541" indent="-326887" algn="l" defTabSz="838163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569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4pPr>
      <a:lvl5pPr marL="1634434" indent="-326887" algn="l" defTabSz="838163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569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5pPr>
      <a:lvl6pPr marL="2304984" indent="-209546" algn="l" defTabSz="83816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24052" indent="-209546" algn="l" defTabSz="83816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43138" indent="-209546" algn="l" defTabSz="83816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62220" indent="-209546" algn="l" defTabSz="83816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1pPr>
      <a:lvl2pPr marL="419087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2pPr>
      <a:lvl3pPr marL="838163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3pPr>
      <a:lvl4pPr marL="1257254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4pPr>
      <a:lvl5pPr marL="1676335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2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6pPr>
      <a:lvl7pPr marL="2514510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6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8pPr>
      <a:lvl9pPr marL="3352680" algn="l" defTabSz="83816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2" y="201600"/>
            <a:ext cx="8229600" cy="860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425602"/>
            <a:ext cx="8229600" cy="47000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457264" y="6519676"/>
            <a:ext cx="663854" cy="2011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813555" fontAlgn="auto" latinLnBrk="0">
              <a:spcBef>
                <a:spcPts val="0"/>
              </a:spcBef>
              <a:spcAft>
                <a:spcPts val="0"/>
              </a:spcAft>
            </a:pPr>
            <a:r>
              <a:rPr lang="en-GB" sz="985" b="0" dirty="0">
                <a:solidFill>
                  <a:srgbClr val="646464"/>
                </a:solidFill>
                <a:latin typeface="EYInterstate" panose="02000503020000020004" pitchFamily="2" charset="0"/>
                <a:ea typeface="+mn-ea"/>
              </a:rPr>
              <a:t>Page </a:t>
            </a:r>
            <a:fld id="{9AE4D82F-B047-469B-AC52-A46321747EAF}" type="slidenum">
              <a:rPr lang="en-GB" sz="985" b="0" smtClean="0">
                <a:solidFill>
                  <a:srgbClr val="646464"/>
                </a:solidFill>
                <a:latin typeface="EYInterstate" panose="02000503020000020004" pitchFamily="2" charset="0"/>
                <a:ea typeface="+mn-ea"/>
              </a:rPr>
              <a:pPr defTabSz="813555" fontAlgn="auto" latinLnBrk="0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 sz="985" b="0" dirty="0">
              <a:solidFill>
                <a:srgbClr val="646464"/>
              </a:solidFill>
              <a:latin typeface="EYInterstate" panose="02000503020000020004" pitchFamily="2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5140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907" r:id="rId1"/>
  </p:sldLayoutIdLst>
  <p:hf sldNum="0" hdr="0"/>
  <p:txStyles>
    <p:titleStyle>
      <a:lvl1pPr algn="l" defTabSz="813555" rtl="0" eaLnBrk="1" latinLnBrk="0" hangingPunct="1">
        <a:lnSpc>
          <a:spcPct val="85000"/>
        </a:lnSpc>
        <a:spcBef>
          <a:spcPct val="0"/>
        </a:spcBef>
        <a:buNone/>
        <a:defRPr sz="2867" b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317289" indent="-317289" algn="l" defTabSz="813555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2150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1pPr>
      <a:lvl2pPr marL="634578" indent="-317289" algn="l" defTabSz="813555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792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2pPr>
      <a:lvl3pPr marL="951873" indent="-317289" algn="l" defTabSz="813555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613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3pPr>
      <a:lvl4pPr marL="1269152" indent="-317289" algn="l" defTabSz="813555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522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4pPr>
      <a:lvl5pPr marL="1586447" indent="-317289" algn="l" defTabSz="813555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522" kern="1200">
          <a:solidFill>
            <a:schemeClr val="bg1"/>
          </a:solidFill>
          <a:latin typeface="EYInterstate" panose="02000503020000020004" pitchFamily="2" charset="0"/>
          <a:ea typeface="+mn-ea"/>
          <a:cs typeface="+mn-cs"/>
        </a:defRPr>
      </a:lvl5pPr>
      <a:lvl6pPr marL="2237309" indent="-203393" algn="l" defTabSz="813555" rtl="0" eaLnBrk="1" latinLnBrk="0" hangingPunct="1">
        <a:spcBef>
          <a:spcPct val="20000"/>
        </a:spcBef>
        <a:buFont typeface="Arial" pitchFamily="34" charset="0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6pPr>
      <a:lvl7pPr marL="2644073" indent="-203393" algn="l" defTabSz="813555" rtl="0" eaLnBrk="1" latinLnBrk="0" hangingPunct="1">
        <a:spcBef>
          <a:spcPct val="20000"/>
        </a:spcBef>
        <a:buFont typeface="Arial" pitchFamily="34" charset="0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7pPr>
      <a:lvl8pPr marL="3050856" indent="-203393" algn="l" defTabSz="813555" rtl="0" eaLnBrk="1" latinLnBrk="0" hangingPunct="1">
        <a:spcBef>
          <a:spcPct val="20000"/>
        </a:spcBef>
        <a:buFont typeface="Arial" pitchFamily="34" charset="0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8pPr>
      <a:lvl9pPr marL="3457633" indent="-203393" algn="l" defTabSz="813555" rtl="0" eaLnBrk="1" latinLnBrk="0" hangingPunct="1">
        <a:spcBef>
          <a:spcPct val="20000"/>
        </a:spcBef>
        <a:buFont typeface="Arial" pitchFamily="34" charset="0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1pPr>
      <a:lvl2pPr marL="406782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2pPr>
      <a:lvl3pPr marL="813555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3pPr>
      <a:lvl4pPr marL="1220341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4pPr>
      <a:lvl5pPr marL="1627118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5pPr>
      <a:lvl6pPr marL="2033890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6pPr>
      <a:lvl7pPr marL="2440684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7pPr>
      <a:lvl8pPr marL="2847465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8pPr>
      <a:lvl9pPr marL="3254245" algn="l" defTabSz="813555" rtl="0" eaLnBrk="1" latinLnBrk="0" hangingPunct="1">
        <a:defRPr sz="1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DA7CE84-942F-B2F6-5B12-8C43E3471C9E}"/>
              </a:ext>
            </a:extLst>
          </p:cNvPr>
          <p:cNvSpPr/>
          <p:nvPr/>
        </p:nvSpPr>
        <p:spPr>
          <a:xfrm>
            <a:off x="0" y="0"/>
            <a:ext cx="9144000" cy="3118338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79425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4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04E76-B269-71AD-E0F1-241971DDBBA0}"/>
              </a:ext>
            </a:extLst>
          </p:cNvPr>
          <p:cNvSpPr txBox="1"/>
          <p:nvPr/>
        </p:nvSpPr>
        <p:spPr>
          <a:xfrm>
            <a:off x="740301" y="4223219"/>
            <a:ext cx="7663402" cy="1342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848033" rtl="0" eaLnBrk="1" fontAlgn="auto" latinLnBrk="1" hangingPunct="1">
              <a:lnSpc>
                <a:spcPct val="107000"/>
              </a:lnSpc>
              <a:spcBef>
                <a:spcPts val="0"/>
              </a:spcBef>
              <a:spcAft>
                <a:spcPts val="743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27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조명 </a:t>
            </a:r>
            <a:r>
              <a:rPr kumimoji="0" lang="en-US" altLang="ko-KR" sz="2227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_____________________</a:t>
            </a:r>
          </a:p>
          <a:p>
            <a:pPr marL="0" marR="0" lvl="0" indent="0" algn="l" defTabSz="848033" rtl="0" eaLnBrk="1" fontAlgn="auto" latinLnBrk="1" hangingPunct="1">
              <a:lnSpc>
                <a:spcPct val="107000"/>
              </a:lnSpc>
              <a:spcBef>
                <a:spcPts val="0"/>
              </a:spcBef>
              <a:spcAft>
                <a:spcPts val="743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27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조원 </a:t>
            </a:r>
            <a:r>
              <a:rPr kumimoji="0" lang="en-US" altLang="ko-KR" sz="2227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_____________________</a:t>
            </a:r>
          </a:p>
          <a:p>
            <a:pPr marL="0" marR="0" lvl="0" indent="0" algn="l" defTabSz="848033" rtl="0" eaLnBrk="1" fontAlgn="auto" latinLnBrk="1" hangingPunct="1">
              <a:lnSpc>
                <a:spcPct val="107000"/>
              </a:lnSpc>
              <a:spcBef>
                <a:spcPts val="0"/>
              </a:spcBef>
              <a:spcAft>
                <a:spcPts val="743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27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날짜 </a:t>
            </a:r>
            <a:r>
              <a:rPr kumimoji="0" lang="en-US" altLang="ko-KR" sz="2227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_____________________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4EE929-AC3B-C88C-3E74-ACD8C88FE339}"/>
              </a:ext>
            </a:extLst>
          </p:cNvPr>
          <p:cNvSpPr txBox="1"/>
          <p:nvPr/>
        </p:nvSpPr>
        <p:spPr>
          <a:xfrm>
            <a:off x="865656" y="2309602"/>
            <a:ext cx="7663402" cy="429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848033" rtl="0" eaLnBrk="1" fontAlgn="auto" latinLnBrk="1" hangingPunct="1">
              <a:lnSpc>
                <a:spcPct val="107000"/>
              </a:lnSpc>
              <a:spcBef>
                <a:spcPts val="0"/>
              </a:spcBef>
              <a:spcAft>
                <a:spcPts val="743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27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발표자료</a:t>
            </a:r>
            <a:endParaRPr kumimoji="0" lang="en-US" altLang="ko-KR" sz="2227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440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24BA520-4BB7-42B6-B5D8-04D7383C6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847" y="545828"/>
            <a:ext cx="8716535" cy="320842"/>
          </a:xfrm>
        </p:spPr>
        <p:txBody>
          <a:bodyPr rtlCol="0">
            <a:noAutofit/>
          </a:bodyPr>
          <a:lstStyle/>
          <a:p>
            <a:pPr defTabSz="664079">
              <a:defRPr/>
            </a:pPr>
            <a:r>
              <a:rPr lang="en-US" altLang="ko-KR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Case</a:t>
            </a:r>
            <a:r>
              <a:rPr lang="ko-KR" altLang="en-US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Study. Tesla's Evolution-Mass Market Electric Vehicles</a:t>
            </a:r>
            <a:endParaRPr lang="en-GB" sz="2400" b="1" dirty="0">
              <a:solidFill>
                <a:schemeClr val="tx2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393CA1E-895C-4D66-B662-1A12BE6EECC1}"/>
              </a:ext>
            </a:extLst>
          </p:cNvPr>
          <p:cNvSpPr/>
          <p:nvPr/>
        </p:nvSpPr>
        <p:spPr>
          <a:xfrm>
            <a:off x="460609" y="3384231"/>
            <a:ext cx="8527773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테슬라는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미국 전기 자동차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(EV)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시장에서 치열해지는 경쟁과 잠재적으로 약해지는 소비자 수요에 맞서면서 중대한 시점에 처해 있습니다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자동차 산업을 혁신하고 선도하는 것으로 알려진 이 회사는 딜레마에 직면합니다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프리미엄 차량으로 부유한 소비자 기반으로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계속 집중할지</a:t>
            </a:r>
            <a:endParaRPr lang="en-US" altLang="ko-KR" sz="12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대중 시장 접근 방식으로 전환하여 지속 가능한 에너지로의 세계적 전환을 가속화하려는 사명에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부합시킬지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아니면 둘 다 할지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입니다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딜레마는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테슬라의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가상 전략 부사장인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셰리타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왓츠의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눈을 통해 보여집니다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그녀는 핵심 딜레마에 관해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CEO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에게 어떻게 조언해야 할까요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그녀는 조립 라인에서 새로운 프리미엄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오랫동안 지연된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사이버트럭이 나오는 것을 보고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테슬라가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우선시하는 다음 모델이 새롭고 저렴한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EV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 되어야 하는지 궁금해합니다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이것이 진화하는 미국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EV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시장에서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테슬라의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입지를 확보할 수 있을까요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회사는 더 광범위하고 다양한 타겟 고객에게 더 큰 우선순위를 두어야 할까요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이러한 결정은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테슬라의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미래를 형성할 뿐만 아니라 미국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EV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산업 전체의 궤적에도 영향을 미칠 수 있습니다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C7EF8D-289C-46AE-848A-A96D1859BB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213" t="61064" r="31489" b="17291"/>
          <a:stretch/>
        </p:blipFill>
        <p:spPr>
          <a:xfrm>
            <a:off x="528535" y="1169515"/>
            <a:ext cx="5570707" cy="19677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2EE4AC-457B-4CD3-B255-424B7FC9C1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774" y="1310018"/>
            <a:ext cx="1303099" cy="168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5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7F03442-89FF-4A76-802C-EA6E8CEF5DE2}"/>
              </a:ext>
            </a:extLst>
          </p:cNvPr>
          <p:cNvSpPr/>
          <p:nvPr/>
        </p:nvSpPr>
        <p:spPr>
          <a:xfrm>
            <a:off x="478870" y="1624639"/>
            <a:ext cx="8386270" cy="347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Q1.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테슬라는 현재 고소득고객군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 고객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Tech-Savvy &amp;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고소득자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 집중하면서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동시에 더욱 다양한 고객군을 추가적으로 </a:t>
            </a:r>
            <a:r>
              <a:rPr lang="ko-KR" altLang="en-US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확보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하기 위해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어떤 마케팅과 제품 공급을 전략적으로 진행해야 할까요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Q2.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미국 시장에서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EV </a:t>
            </a:r>
            <a:r>
              <a:rPr lang="ko-KR" altLang="en-US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접근성을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높이기 위해서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테슬라는 어떤 추가 역량을 구축해야 할까요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Q3.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테슬라의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진화하는 고객전략은 장기적 지속가능성과 수익성에 어떤 영향을 미칠 수 있을까요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테슬라는 전기차 시장에서 선두 자리를 유지하기 위해 어떤 전략을 실행해야 할까요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Q4.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위 전략을 바탕으로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테슬라의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“Business Model Canvas”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작성해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보시오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88290BE-5E39-46B1-A522-1211A516B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847" y="545828"/>
            <a:ext cx="8716535" cy="320842"/>
          </a:xfrm>
        </p:spPr>
        <p:txBody>
          <a:bodyPr rtlCol="0">
            <a:noAutofit/>
          </a:bodyPr>
          <a:lstStyle/>
          <a:p>
            <a:pPr defTabSz="664079">
              <a:defRPr/>
            </a:pPr>
            <a:r>
              <a:rPr lang="en-US" altLang="ko-KR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Case</a:t>
            </a:r>
            <a:r>
              <a:rPr lang="ko-KR" altLang="en-US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Study. Tesla's Evolution-Mass Market Electric Vehicles</a:t>
            </a:r>
            <a:endParaRPr lang="en-GB" sz="2400" b="1" dirty="0">
              <a:solidFill>
                <a:schemeClr val="tx2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0035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7F03442-89FF-4A76-802C-EA6E8CEF5DE2}"/>
              </a:ext>
            </a:extLst>
          </p:cNvPr>
          <p:cNvSpPr/>
          <p:nvPr/>
        </p:nvSpPr>
        <p:spPr>
          <a:xfrm>
            <a:off x="343711" y="1216267"/>
            <a:ext cx="8352818" cy="6538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en-US" altLang="ko-KR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Q1. </a:t>
            </a:r>
            <a:r>
              <a:rPr lang="ko-KR" altLang="en-US" sz="1300" b="1" dirty="0" err="1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테슬라는</a:t>
            </a:r>
            <a:r>
              <a:rPr lang="ko-KR" altLang="en-US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현재 고소득고객군 </a:t>
            </a:r>
            <a:r>
              <a:rPr lang="en-US" altLang="ko-KR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 고객</a:t>
            </a:r>
            <a:r>
              <a:rPr lang="en-US" altLang="ko-KR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Tech-Savvy &amp; </a:t>
            </a:r>
            <a:r>
              <a:rPr lang="ko-KR" altLang="en-US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고소득자</a:t>
            </a:r>
            <a:r>
              <a:rPr lang="en-US" altLang="ko-KR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집중하면서</a:t>
            </a:r>
            <a:r>
              <a:rPr lang="en-US" altLang="ko-KR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동시에 더욱 다양한 고객군을 추가적으로 확보하기 위해</a:t>
            </a:r>
            <a:r>
              <a:rPr lang="en-US" altLang="ko-KR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마케팅과 제품 공급을 전략적으로 진행해야 할까요</a:t>
            </a:r>
            <a:r>
              <a:rPr lang="en-US" altLang="ko-KR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97B2474-A028-46A7-840B-EBD1146CB8AE}"/>
              </a:ext>
            </a:extLst>
          </p:cNvPr>
          <p:cNvCxnSpPr/>
          <p:nvPr/>
        </p:nvCxnSpPr>
        <p:spPr>
          <a:xfrm>
            <a:off x="395591" y="2039709"/>
            <a:ext cx="8110330" cy="0"/>
          </a:xfrm>
          <a:prstGeom prst="line">
            <a:avLst/>
          </a:prstGeom>
          <a:ln w="381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3D301D0E-C7D1-4257-8D6F-0EB89B0C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847" y="545828"/>
            <a:ext cx="8716535" cy="320842"/>
          </a:xfrm>
        </p:spPr>
        <p:txBody>
          <a:bodyPr rtlCol="0">
            <a:noAutofit/>
          </a:bodyPr>
          <a:lstStyle/>
          <a:p>
            <a:pPr defTabSz="664079">
              <a:defRPr/>
            </a:pPr>
            <a:r>
              <a:rPr lang="en-US" altLang="ko-KR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Case</a:t>
            </a:r>
            <a:r>
              <a:rPr lang="ko-KR" altLang="en-US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Study. Tesla's Evolution-Mass Market Electric Vehicles</a:t>
            </a:r>
            <a:endParaRPr lang="en-GB" sz="2400" b="1" dirty="0">
              <a:solidFill>
                <a:schemeClr val="tx2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0000" y="2100000"/>
            <a:ext cx="4008560" cy="37000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▸ 제품 전략 : 계단식 확장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000" y="2492860"/>
            <a:ext cx="4008560" cy="56000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① Premium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CCCC"/>
                </a:solidFill>
                <a:latin typeface="맑은 고딕"/>
              </a:rPr>
              <a:t>Model S / X · Cybertruck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</a:rPr>
              <a:t>고소득 테크 얼리어답터 — 브랜드 핵심 수호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000" y="3075720"/>
            <a:ext cx="4008560" cy="560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② Mid-Market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AACCFF"/>
                </a:solidFill>
                <a:latin typeface="맑은 고딕"/>
              </a:rPr>
              <a:t>Model 3 / Y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</a:rPr>
              <a:t>중산층 실용 프리미엄 — TCO 절감 메시지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000" y="3658580"/>
            <a:ext cx="4008560" cy="560000"/>
          </a:xfrm>
          <a:prstGeom prst="rect">
            <a:avLst/>
          </a:prstGeom>
          <a:solidFill>
            <a:srgbClr val="164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③ Mass Market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AACCFF"/>
                </a:solidFill>
                <a:latin typeface="맑은 고딕"/>
              </a:rPr>
              <a:t>보급형 $25K↓ (신규)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</a:rPr>
              <a:t>Apple SE 전략 — 작지만 완벽한 Tesla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0000" y="2100000"/>
            <a:ext cx="400856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▸ 마케팅 전략 : 4가지 실행 방향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50000" y="2492860"/>
            <a:ext cx="4008560" cy="48000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① 세그먼트별 메시지 분리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</a:rPr>
              <a:t>고소득 → 기술·혁신·지위재  /  중산층 → TCO 절감</a:t>
            </a:r>
            <a:br/>
            <a:r>
              <a:t>저소득 → IRA 보조금 $7,500 + 연료비 절약 강조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0000" y="2995720"/>
            <a:ext cx="4008560" cy="480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② 유통 채널 다각화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</a:rPr>
              <a:t>직영 온라인 + 쇼룸 유지</a:t>
            </a:r>
            <a:br/>
            <a:r>
              <a:t>농촌·교외 서비스센터 확대 — 충전 인프라 先 투자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0000" y="3498580"/>
            <a:ext cx="4008560" cy="480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③ 금융 접근성 강화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</a:rPr>
              <a:t>리스(Lease) 프로그램 / 인증 중고(CPO) 시장</a:t>
            </a:r>
            <a:br/>
            <a:r>
              <a:t>IRA 세액공제 POS 즉시 적용 시스템 구축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50000" y="4001440"/>
            <a:ext cx="4008560" cy="480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④ 커뮤니티 파트너십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</a:rPr>
              <a:t>비영리단체·CDFI와 저소득 커뮤니티 접근</a:t>
            </a:r>
            <a:br/>
            <a:r>
              <a:t>지역 체험·시승 프로그램 → 신뢰 구축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000" y="4321440"/>
            <a:ext cx="8108560" cy="320000"/>
          </a:xfrm>
          <a:prstGeom prst="rect">
            <a:avLst/>
          </a:prstGeom>
          <a:solidFill>
            <a:srgbClr val="F9F2EC"/>
          </a:solidFill>
          <a:ln w="952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100" b="1">
                <a:solidFill>
                  <a:srgbClr val="E31937"/>
                </a:solidFill>
                <a:latin typeface="맑은 고딕"/>
              </a:rPr>
              <a:t>핵심 원칙  ·  "누구나 갖고 싶은 차 중에 살 수 있는 것"  —  브랜드 희석 없는 계단식 시장 확장</a:t>
            </a:r>
          </a:p>
        </p:txBody>
      </p:sp>
    </p:spTree>
    <p:extLst>
      <p:ext uri="{BB962C8B-B14F-4D97-AF65-F5344CB8AC3E}">
        <p14:creationId xmlns:p14="http://schemas.microsoft.com/office/powerpoint/2010/main" val="304476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7F03442-89FF-4A76-802C-EA6E8CEF5DE2}"/>
              </a:ext>
            </a:extLst>
          </p:cNvPr>
          <p:cNvSpPr/>
          <p:nvPr/>
        </p:nvSpPr>
        <p:spPr>
          <a:xfrm>
            <a:off x="343711" y="1241987"/>
            <a:ext cx="8352818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en-US" altLang="ko-KR" sz="14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Q2. </a:t>
            </a:r>
            <a:r>
              <a:rPr lang="ko-KR" altLang="en-US" sz="14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미국 시장에서 </a:t>
            </a:r>
            <a:r>
              <a:rPr lang="en-US" altLang="ko-KR" sz="14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EV </a:t>
            </a:r>
            <a:r>
              <a:rPr lang="ko-KR" altLang="en-US" sz="14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접근성을 높이기 위해서</a:t>
            </a:r>
            <a:r>
              <a:rPr lang="en-US" altLang="ko-KR" sz="14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 err="1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테슬라는</a:t>
            </a:r>
            <a:r>
              <a:rPr lang="ko-KR" altLang="en-US" sz="14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어떤 추가 역량을 구축해야 할까요</a:t>
            </a:r>
            <a:r>
              <a:rPr lang="en-US" altLang="ko-KR" sz="14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97B2474-A028-46A7-840B-EBD1146CB8AE}"/>
              </a:ext>
            </a:extLst>
          </p:cNvPr>
          <p:cNvCxnSpPr/>
          <p:nvPr/>
        </p:nvCxnSpPr>
        <p:spPr>
          <a:xfrm>
            <a:off x="440986" y="1819214"/>
            <a:ext cx="8110330" cy="0"/>
          </a:xfrm>
          <a:prstGeom prst="line">
            <a:avLst/>
          </a:prstGeom>
          <a:ln w="381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3D301D0E-C7D1-4257-8D6F-0EB89B0C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847" y="545828"/>
            <a:ext cx="8716535" cy="320842"/>
          </a:xfrm>
        </p:spPr>
        <p:txBody>
          <a:bodyPr rtlCol="0">
            <a:noAutofit/>
          </a:bodyPr>
          <a:lstStyle/>
          <a:p>
            <a:pPr defTabSz="664079">
              <a:defRPr/>
            </a:pPr>
            <a:r>
              <a:rPr lang="en-US" altLang="ko-KR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Case</a:t>
            </a:r>
            <a:r>
              <a:rPr lang="ko-KR" altLang="en-US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Study. Tesla's Evolution-Mass Market Electric Vehicles</a:t>
            </a:r>
            <a:endParaRPr lang="en-GB" sz="2400" b="1" dirty="0">
              <a:solidFill>
                <a:schemeClr val="tx2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0000" y="1900000"/>
            <a:ext cx="1596000" cy="410000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① 저비용</a:t>
            </a:r>
            <a:br/>
            <a:r>
              <a:t>제조 역량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900" b="0">
                <a:solidFill>
                  <a:srgbClr val="EEEEEE"/>
                </a:solidFill>
                <a:latin typeface="맑은 고딕"/>
              </a:rPr>
              <a:t>4680 배터리 양산 가속</a:t>
            </a:r>
            <a:br/>
            <a:r>
              <a:t>플랫폼 부품 수 최소화</a:t>
            </a:r>
            <a:br/>
            <a:r>
              <a:t>기가팩토리 수율 극대화</a:t>
            </a:r>
            <a:br/>
            <a:r>
              <a:t>→ 목표: $25K EV 수익성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6000" y="1900000"/>
            <a:ext cx="1596000" cy="4100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② 충전 인프라</a:t>
            </a:r>
            <a:br/>
            <a:r>
              <a:t>확장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900" b="0">
                <a:solidFill>
                  <a:srgbClr val="EEEEEE"/>
                </a:solidFill>
                <a:latin typeface="맑은 고딕"/>
              </a:rPr>
              <a:t>농촌·교외 Supercharger</a:t>
            </a:r>
            <a:br/>
            <a:r>
              <a:t>NACS 개방으로 수익화</a:t>
            </a:r>
            <a:br/>
            <a:r>
              <a:t>V2G 상용화 추진</a:t>
            </a:r>
            <a:br/>
            <a:r>
              <a:t>무선충전 R&amp;D 투자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82000" y="1900000"/>
            <a:ext cx="1596000" cy="4100000"/>
          </a:xfrm>
          <a:prstGeom prst="rect">
            <a:avLst/>
          </a:prstGeom>
          <a:solidFill>
            <a:srgbClr val="164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③ 금융·접근성</a:t>
            </a:r>
            <a:br/>
            <a:r>
              <a:t>서비스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900" b="0">
                <a:solidFill>
                  <a:srgbClr val="EEEEEE"/>
                </a:solidFill>
                <a:latin typeface="맑은 고딕"/>
              </a:rPr>
              <a:t>리스 프로그램 확대</a:t>
            </a:r>
            <a:br/>
            <a:r>
              <a:t>인증 중고(CPO) 강화</a:t>
            </a:r>
            <a:br/>
            <a:r>
              <a:t>저신용 파이낸싱</a:t>
            </a:r>
            <a:br/>
            <a:r>
              <a:t>IRA $7,500 즉시 적용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000" y="1900000"/>
            <a:ext cx="1596000" cy="4100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④ 세입자 충전</a:t>
            </a:r>
            <a:br/>
            <a:r>
              <a:t>솔루션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900" b="0">
                <a:solidFill>
                  <a:srgbClr val="EEEEEE"/>
                </a:solidFill>
                <a:latin typeface="맑은 고딕"/>
              </a:rPr>
              <a:t>공동주택 충전 설치 지원</a:t>
            </a:r>
            <a:br/>
            <a:r>
              <a:t>부동산사 파트너십</a:t>
            </a:r>
            <a:br/>
            <a:r>
              <a:t>미국 인구 36% 세입자</a:t>
            </a:r>
            <a:br/>
            <a:r>
              <a:t>→ 미개척 최대 시장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4000" y="1900000"/>
            <a:ext cx="1596000" cy="4100000"/>
          </a:xfrm>
          <a:prstGeom prst="rect">
            <a:avLst/>
          </a:prstGeom>
          <a:solidFill>
            <a:srgbClr val="27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⑤ 커뮤니티</a:t>
            </a:r>
            <a:br/>
            <a:r>
              <a:t>신뢰 구축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900" b="0">
                <a:solidFill>
                  <a:srgbClr val="EEEEEE"/>
                </a:solidFill>
                <a:latin typeface="맑은 고딕"/>
              </a:rPr>
              <a:t>교육·시승 프로그램</a:t>
            </a:r>
            <a:br/>
            <a:r>
              <a:t>다양성 반영 마케팅</a:t>
            </a:r>
            <a:br/>
            <a:r>
              <a:t>BlueHub Capital 협력</a:t>
            </a:r>
            <a:br/>
            <a:r>
              <a:t>현지 서비스센터 확대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000" y="6100000"/>
            <a:ext cx="8220000" cy="2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000" b="1">
                <a:solidFill>
                  <a:srgbClr val="3D3D3D"/>
                </a:solidFill>
                <a:latin typeface="맑은 고딕"/>
              </a:rPr>
              <a:t>우선순위  ①저비용제조 ≥ ②충전인프라  &gt;  ③금융접근성 ≥ ④세입자  &gt;  ⑤커뮤니티  —  생태계 전체를 함께 구축</a:t>
            </a:r>
          </a:p>
        </p:txBody>
      </p:sp>
    </p:spTree>
    <p:extLst>
      <p:ext uri="{BB962C8B-B14F-4D97-AF65-F5344CB8AC3E}">
        <p14:creationId xmlns:p14="http://schemas.microsoft.com/office/powerpoint/2010/main" val="168256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AD101-721B-C14C-C91C-3AC14D642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71D2997-C766-28D3-2D5B-436879C00931}"/>
              </a:ext>
            </a:extLst>
          </p:cNvPr>
          <p:cNvSpPr/>
          <p:nvPr/>
        </p:nvSpPr>
        <p:spPr>
          <a:xfrm>
            <a:off x="343711" y="1255177"/>
            <a:ext cx="8352818" cy="6538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en-US" altLang="ko-KR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Q3. </a:t>
            </a:r>
            <a:r>
              <a:rPr lang="ko-KR" altLang="en-US" sz="1300" b="1" dirty="0" err="1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테슬라의</a:t>
            </a:r>
            <a:r>
              <a:rPr lang="ko-KR" altLang="en-US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진화하는 고객전략은 장기적 지속가능성과 수익성에 어떤 영향을 미칠 수 있을까요</a:t>
            </a:r>
            <a:r>
              <a:rPr lang="en-US" altLang="ko-KR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그리고</a:t>
            </a:r>
            <a:r>
              <a:rPr lang="en-US" altLang="ko-KR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dirty="0" err="1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테슬라는</a:t>
            </a:r>
            <a:r>
              <a:rPr lang="ko-KR" altLang="en-US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전기차 시장에서 선두 자리를 유지하기 위해 어떤 전략을 실행해야 할까요</a:t>
            </a:r>
            <a:r>
              <a:rPr lang="en-US" altLang="ko-KR" sz="1300" b="1" dirty="0">
                <a:solidFill>
                  <a:srgbClr val="646464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16C4941-6F6B-CE88-BD88-6222E250EC94}"/>
              </a:ext>
            </a:extLst>
          </p:cNvPr>
          <p:cNvCxnSpPr/>
          <p:nvPr/>
        </p:nvCxnSpPr>
        <p:spPr>
          <a:xfrm>
            <a:off x="440986" y="2033223"/>
            <a:ext cx="8110330" cy="0"/>
          </a:xfrm>
          <a:prstGeom prst="line">
            <a:avLst/>
          </a:prstGeom>
          <a:ln w="381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EF7D24E4-5664-BDF0-A9B9-85B2ECAB1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847" y="545828"/>
            <a:ext cx="8716535" cy="320842"/>
          </a:xfrm>
        </p:spPr>
        <p:txBody>
          <a:bodyPr rtlCol="0">
            <a:noAutofit/>
          </a:bodyPr>
          <a:lstStyle/>
          <a:p>
            <a:pPr defTabSz="664079">
              <a:defRPr/>
            </a:pPr>
            <a:r>
              <a:rPr lang="en-US" altLang="ko-KR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Case</a:t>
            </a:r>
            <a:r>
              <a:rPr lang="ko-KR" altLang="en-US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Study. Tesla's Evolution-Mass Market Electric Vehicles</a:t>
            </a:r>
            <a:endParaRPr lang="en-GB" sz="2400" b="1" dirty="0">
              <a:solidFill>
                <a:schemeClr val="tx2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0000" y="2100000"/>
            <a:ext cx="2713333" cy="52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AAAAAA"/>
                </a:solidFill>
                <a:latin typeface="맑은 고딕"/>
              </a:rPr>
              <a:t>영업이익률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17.2%  →  7.6%  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3333" y="2100000"/>
            <a:ext cx="2713333" cy="52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AAAAAA"/>
                </a:solidFill>
                <a:latin typeface="맑은 고딕"/>
              </a:rPr>
              <a:t>순이익 증감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YoY  −44%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16666" y="2100000"/>
            <a:ext cx="2713333" cy="52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AAAAAA"/>
                </a:solidFill>
                <a:latin typeface="맑은 고딕"/>
              </a:rPr>
              <a:t>美 시장점유율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62%  →  50%  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000" y="2700000"/>
            <a:ext cx="4110000" cy="900000"/>
          </a:xfrm>
          <a:prstGeom prst="rect">
            <a:avLst/>
          </a:prstGeom>
          <a:solidFill>
            <a:srgbClr val="27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✓ Scenario A  |  성공 경로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DDFFDD"/>
                </a:solidFill>
                <a:latin typeface="맑은 고딕"/>
              </a:rPr>
              <a:t>볼륨↑ → 배터리 원가↓ → FSD 구독 시장 확대</a:t>
            </a:r>
            <a:br/>
            <a:r>
              <a:t>→ 소프트웨어 고마진으로 차량 마진 하락 상쇄</a:t>
            </a:r>
            <a:br/>
            <a:r>
              <a:t>→ 에너지·보험·충전 번들 수익으로 지속 성장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0000" y="2700000"/>
            <a:ext cx="4110000" cy="90000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✗ Scenario B  |  위험 경로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FFDDDD"/>
                </a:solidFill>
                <a:latin typeface="맑은 고딕"/>
              </a:rPr>
              <a:t>브랜드 희석 → 기존 고소득 고객 이탈</a:t>
            </a:r>
            <a:br/>
            <a:r>
              <a:t>→ ASP(평균판매가) 하락 → 마진 구조 붕괴</a:t>
            </a:r>
            <a:br/>
            <a:r>
              <a:t>→ BYD 마진 4~5% 구조 추종 시 수익성 모델 붕괴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000" y="3680000"/>
            <a:ext cx="2713333" cy="1400000"/>
          </a:xfrm>
          <a:prstGeom prst="rect">
            <a:avLst/>
          </a:prstGeom>
          <a:solidFill>
            <a:srgbClr val="164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🔬 해자 ① 기술 우위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DDDDEE"/>
                </a:solidFill>
                <a:latin typeface="맑은 고딕"/>
              </a:rPr>
              <a:t>FSD 완성도 조기 확보</a:t>
            </a:r>
            <a:br/>
            <a:r>
              <a:t>4680 배터리 양산 가속</a:t>
            </a:r>
            <a:br/>
            <a:r>
              <a:t>수백만 대 주행 데이터 독점</a:t>
            </a:r>
            <a:br/>
            <a:r>
              <a:t>→ 경쟁사 단기 복제 불가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3333" y="3680000"/>
            <a:ext cx="2713333" cy="1400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⚡ 해자 ② 생태계 우위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DDDDEE"/>
                </a:solidFill>
                <a:latin typeface="맑은 고딕"/>
              </a:rPr>
              <a:t>Supercharger → 수익 인프라 전환</a:t>
            </a:r>
            <a:br/>
            <a:r>
              <a:t>에너지·차량·보험 번들 락인(Lock-in)</a:t>
            </a:r>
            <a:br/>
            <a:r>
              <a:t>V2G 상용화 → 이탈 비용 급상승</a:t>
            </a:r>
            <a:br/>
            <a:r>
              <a:t>→ Tesla 생태계 안이 더 유리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16666" y="3680000"/>
            <a:ext cx="2713333" cy="1400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🌍 해자 ③ 브랜드·미션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DDDDEE"/>
                </a:solidFill>
                <a:latin typeface="맑은 고딕"/>
              </a:rPr>
              <a:t>대중 시장엔 '경제적 합리성' 메시지</a:t>
            </a:r>
            <a:br/>
            <a:r>
              <a:t>형평성 내러티브 선점 (CSR이 아닌 전략)</a:t>
            </a:r>
            <a:br/>
            <a:r>
              <a:t>CEO 리스크 분산 — 브랜드 독립성 강화</a:t>
            </a:r>
            <a:br/>
            <a:r>
              <a:t>→ 미션 중심 장기 충성도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000" y="5160000"/>
            <a:ext cx="8220000" cy="300000"/>
          </a:xfrm>
          <a:prstGeom prst="rect">
            <a:avLst/>
          </a:prstGeom>
          <a:solidFill>
            <a:srgbClr val="F9F2EC"/>
          </a:solidFill>
          <a:ln w="952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100" b="1">
                <a:solidFill>
                  <a:srgbClr val="E31937"/>
                </a:solidFill>
                <a:latin typeface="맑은 고딕"/>
              </a:rPr>
              <a:t>결론  ·  "차를 팔고 끝나는 모델"  →  에너지·소프트웨어 구독 플랫폼 회사로의 전환이 장기 생존 전략</a:t>
            </a:r>
          </a:p>
        </p:txBody>
      </p:sp>
    </p:spTree>
    <p:extLst>
      <p:ext uri="{BB962C8B-B14F-4D97-AF65-F5344CB8AC3E}">
        <p14:creationId xmlns:p14="http://schemas.microsoft.com/office/powerpoint/2010/main" val="2829853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7F03442-89FF-4A76-802C-EA6E8CEF5DE2}"/>
              </a:ext>
            </a:extLst>
          </p:cNvPr>
          <p:cNvSpPr/>
          <p:nvPr/>
        </p:nvSpPr>
        <p:spPr>
          <a:xfrm>
            <a:off x="343711" y="1255177"/>
            <a:ext cx="8352818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646464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Q4.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46464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위 전략을 바탕으로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646464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테슬라의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46464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“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646464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Business Model Canvas”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46464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작성해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646464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보시오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646464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D301D0E-C7D1-4257-8D6F-0EB89B0C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847" y="545828"/>
            <a:ext cx="8716535" cy="320842"/>
          </a:xfrm>
        </p:spPr>
        <p:txBody>
          <a:bodyPr rtlCol="0">
            <a:noAutofit/>
          </a:bodyPr>
          <a:lstStyle/>
          <a:p>
            <a:pPr defTabSz="664079">
              <a:defRPr/>
            </a:pPr>
            <a:r>
              <a:rPr lang="en-US" altLang="ko-KR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Case</a:t>
            </a:r>
            <a:r>
              <a:rPr lang="ko-KR" altLang="en-US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400" b="1" dirty="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Study. Tesla's Evolution-Mass Market Electric Vehicles</a:t>
            </a:r>
            <a:endParaRPr lang="en-GB" sz="2400" b="1" dirty="0">
              <a:solidFill>
                <a:schemeClr val="tx2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AFEA751-1D2E-4692-BB0D-CE27595643EF}"/>
              </a:ext>
            </a:extLst>
          </p:cNvPr>
          <p:cNvSpPr/>
          <p:nvPr/>
        </p:nvSpPr>
        <p:spPr>
          <a:xfrm>
            <a:off x="399148" y="2033126"/>
            <a:ext cx="1553497" cy="2920180"/>
          </a:xfrm>
          <a:prstGeom prst="rect">
            <a:avLst/>
          </a:prstGeom>
          <a:solidFill>
            <a:srgbClr val="2C3E5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KP  |  핵심 파트너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리튬·원자재 공급업체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커뮤니티 금융기관 (CDFI)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비영리단체 (BlueHub 등)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부동산·아파트 운영사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지자체·연방정부 (IRA)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무선충전 파트너 (WiTricity)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237B1D9-2415-41F7-969A-37E4A22D0F91}"/>
              </a:ext>
            </a:extLst>
          </p:cNvPr>
          <p:cNvSpPr/>
          <p:nvPr/>
        </p:nvSpPr>
        <p:spPr>
          <a:xfrm>
            <a:off x="3836138" y="2033126"/>
            <a:ext cx="1553497" cy="2920180"/>
          </a:xfrm>
          <a:prstGeom prst="rect">
            <a:avLst/>
          </a:prstGeom>
          <a:solidFill>
            <a:srgbClr val="E3193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VP  |  가치 제안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업계 최고 주행거리·성능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OTA 업데이트 (차가 진화)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FSD 완전자율주행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TCO 절감 (연료·유지비↓)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지속가능성 미션 동참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보급형: 경제적 합리성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A2E1092-A005-4214-8FD7-F0313003850E}"/>
              </a:ext>
            </a:extLst>
          </p:cNvPr>
          <p:cNvSpPr/>
          <p:nvPr/>
        </p:nvSpPr>
        <p:spPr>
          <a:xfrm>
            <a:off x="7273127" y="2033126"/>
            <a:ext cx="1553497" cy="2920180"/>
          </a:xfrm>
          <a:prstGeom prst="rect">
            <a:avLst/>
          </a:prstGeom>
          <a:solidFill>
            <a:srgbClr val="164F9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CS  |  고객 세그먼트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1">
                <a:solidFill>
                  <a:srgbClr val="FFFFAA"/>
                </a:solidFill>
                <a:latin typeface="맑은 고딕"/>
              </a:rPr>
              <a:t>[현재]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고소득 ($125K+) 테크 얼리어답터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1">
                <a:solidFill>
                  <a:srgbClr val="FFFFAA"/>
                </a:solidFill>
                <a:latin typeface="맑은 고딕"/>
              </a:rPr>
              <a:t>[확장]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중산층 가정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저소득·유색인종 커뮤니티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농촌·교외 거주자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세입자 (미국 인구 36%)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83F9F826-D865-4D49-80C4-DADF7560E757}"/>
              </a:ext>
            </a:extLst>
          </p:cNvPr>
          <p:cNvSpPr/>
          <p:nvPr/>
        </p:nvSpPr>
        <p:spPr>
          <a:xfrm>
            <a:off x="2117643" y="2028210"/>
            <a:ext cx="1553497" cy="1347019"/>
          </a:xfrm>
          <a:prstGeom prst="rect">
            <a:avLst/>
          </a:prstGeom>
          <a:solidFill>
            <a:srgbClr val="1A1A1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KA  |  핵심 활동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EV 설계·제조 (수직계열화)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배터리 R&amp;D (4680 셀)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FSD 소프트웨어 개발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Supercharger 운영·확장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보급형 EV 플랫폼 개발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011650C7-E16A-469A-A788-ECD4E4DA58B1}"/>
              </a:ext>
            </a:extLst>
          </p:cNvPr>
          <p:cNvSpPr/>
          <p:nvPr/>
        </p:nvSpPr>
        <p:spPr>
          <a:xfrm>
            <a:off x="5554633" y="2028210"/>
            <a:ext cx="1553497" cy="1347019"/>
          </a:xfrm>
          <a:prstGeom prst="rect">
            <a:avLst/>
          </a:prstGeom>
          <a:solidFill>
            <a:srgbClr val="3D3D3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CR  |  고객 관계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직접 판매 (딜러 없음)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OTA로 지속적 관계 유지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Tesla 오너 커뮤니티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FSD 구독 반복 관계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커뮤니티 교육 프로그램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09EA0E63-C0C4-4D74-9275-E64E5668FBD7}"/>
              </a:ext>
            </a:extLst>
          </p:cNvPr>
          <p:cNvSpPr/>
          <p:nvPr/>
        </p:nvSpPr>
        <p:spPr>
          <a:xfrm>
            <a:off x="399147" y="5130278"/>
            <a:ext cx="4100052" cy="1307690"/>
          </a:xfrm>
          <a:prstGeom prst="rect">
            <a:avLst/>
          </a:prstGeom>
          <a:solidFill>
            <a:srgbClr val="1A1A1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C$  |  비용 구조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배터리·원자재 (최대 비중)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기가팩토리 건설·운영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R&amp;D — FSD·배터리·신차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Supercharger 인프라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보급형 플랫폼 개발비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2434A05-0656-45FF-A2C2-BC8A0CEF9044}"/>
              </a:ext>
            </a:extLst>
          </p:cNvPr>
          <p:cNvSpPr/>
          <p:nvPr/>
        </p:nvSpPr>
        <p:spPr>
          <a:xfrm>
            <a:off x="4726572" y="5130278"/>
            <a:ext cx="4100052" cy="1307690"/>
          </a:xfrm>
          <a:prstGeom prst="rect">
            <a:avLst/>
          </a:prstGeom>
          <a:solidFill>
            <a:srgbClr val="279E6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R$  |  수익원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차량 판매 (주수익, 마진 압박 중)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FSD 구독 (고마진·반복 수익) ★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에너지 사업 (Powerwall) ~$5B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Supercharger 충전 수익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Tesla 보험·금융 서비스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V2G 에너지 수익 (신규)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2CD8F881-C950-4568-B6FF-931AF3D0E72C}"/>
              </a:ext>
            </a:extLst>
          </p:cNvPr>
          <p:cNvSpPr/>
          <p:nvPr/>
        </p:nvSpPr>
        <p:spPr>
          <a:xfrm>
            <a:off x="2117642" y="3606287"/>
            <a:ext cx="1553497" cy="1347019"/>
          </a:xfrm>
          <a:prstGeom prst="rect">
            <a:avLst/>
          </a:prstGeom>
          <a:solidFill>
            <a:srgbClr val="1A1A1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KR  |  핵심 자원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배터리 기술·수직계열화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FSD AI + 주행 데이터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기가팩토리 (4개국)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Supercharger 네트워크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Tesla 브랜드·미션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A052C41D-BE51-403E-9E0D-91A8995AB94A}"/>
              </a:ext>
            </a:extLst>
          </p:cNvPr>
          <p:cNvSpPr/>
          <p:nvPr/>
        </p:nvSpPr>
        <p:spPr>
          <a:xfrm>
            <a:off x="5554632" y="3606287"/>
            <a:ext cx="1553497" cy="1347019"/>
          </a:xfrm>
          <a:prstGeom prst="rect">
            <a:avLst/>
          </a:prstGeom>
          <a:solidFill>
            <a:srgbClr val="3D3D3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CH  |  채널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Tesla 직영 온라인 스토어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직영 쇼룸 (도심)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Supercharger 네트워크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Tesla 앱 (통합 관리)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EEEEEE"/>
                </a:solidFill>
                <a:latin typeface="맑은 고딕"/>
              </a:rPr>
              <a:t>• 모바일 서비스</a:t>
            </a:r>
          </a:p>
        </p:txBody>
      </p:sp>
    </p:spTree>
    <p:extLst>
      <p:ext uri="{BB962C8B-B14F-4D97-AF65-F5344CB8AC3E}">
        <p14:creationId xmlns:p14="http://schemas.microsoft.com/office/powerpoint/2010/main" val="3004307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986" name="Title 1">
            <a:extLst>
              <a:ext uri="{FF2B5EF4-FFF2-40B4-BE49-F238E27FC236}">
                <a16:creationId xmlns:a16="http://schemas.microsoft.com/office/drawing/2014/main" id="{93E1D29E-9A37-AF18-C2DC-72EA6AC58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47" y="428625"/>
            <a:ext cx="7758410" cy="442020"/>
          </a:xfrm>
        </p:spPr>
        <p:txBody>
          <a:bodyPr/>
          <a:lstStyle/>
          <a:p>
            <a:pPr defTabSz="851297" eaLnBrk="1" hangingPunct="1"/>
            <a:r>
              <a:rPr lang="en-US" altLang="ko-KR" sz="3000" b="1" dirty="0">
                <a:solidFill>
                  <a:srgbClr val="79799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Your</a:t>
            </a:r>
            <a:r>
              <a:rPr lang="ko-KR" altLang="en-US" sz="3000" b="1" dirty="0">
                <a:solidFill>
                  <a:srgbClr val="79799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000" b="1" dirty="0">
                <a:solidFill>
                  <a:srgbClr val="79799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Note!</a:t>
            </a:r>
            <a:endParaRPr lang="ko-KR" altLang="en-US" sz="3000" b="1" dirty="0">
              <a:solidFill>
                <a:srgbClr val="79799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C6BA9E-A3F8-FBDD-65DC-CED3FBD3B3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66" t="24150" r="32348" b="20340"/>
          <a:stretch/>
        </p:blipFill>
        <p:spPr>
          <a:xfrm>
            <a:off x="323472" y="1375081"/>
            <a:ext cx="8497056" cy="513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002354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HUjCZh2ueLOG986Xue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oFYpaNcJHF3yLhqor9Ug"/>
</p:tagLst>
</file>

<file path=ppt/theme/_rels/them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1_EY widescreen presentation 2015 v1">
  <a:themeElements>
    <a:clrScheme name="Custom 2">
      <a:dk1>
        <a:srgbClr val="000000"/>
      </a:dk1>
      <a:lt1>
        <a:srgbClr val="646464"/>
      </a:lt1>
      <a:dk2>
        <a:srgbClr val="FFFFFF"/>
      </a:dk2>
      <a:lt2>
        <a:srgbClr val="646464"/>
      </a:lt2>
      <a:accent1>
        <a:srgbClr val="808080"/>
      </a:accent1>
      <a:accent2>
        <a:srgbClr val="FFE600"/>
      </a:accent2>
      <a:accent3>
        <a:srgbClr val="999999"/>
      </a:accent3>
      <a:accent4>
        <a:srgbClr val="F0F0F0"/>
      </a:accent4>
      <a:accent5>
        <a:srgbClr val="00A3AE"/>
      </a:accent5>
      <a:accent6>
        <a:srgbClr val="C0C0C0"/>
      </a:accent6>
      <a:hlink>
        <a:srgbClr val="336699"/>
      </a:hlink>
      <a:folHlink>
        <a:srgbClr val="91278F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  <a:custClrLst>
    <a:custClr name="EY Special Use Red">
      <a:srgbClr val="F04C3E"/>
    </a:custClr>
    <a:custClr name="EY Special Use Blue 50%">
      <a:srgbClr val="7FD1D6"/>
    </a:custClr>
    <a:custClr name="EY Special Use Purple">
      <a:srgbClr val="91278F"/>
    </a:custClr>
    <a:custClr name="EY Special Use Purple 50%">
      <a:srgbClr val="C893C7"/>
    </a:custClr>
    <a:custClr name="EY Special Use Green">
      <a:srgbClr val="2C973E"/>
    </a:custClr>
    <a:custClr name="EY Special Use Green 50%">
      <a:srgbClr val="95CB89"/>
    </a:custClr>
    <a:custClr name="EY Yellow 50%">
      <a:srgbClr val="FFF27F"/>
    </a:custClr>
    <a:custClr name="EY Special Use Lilac">
      <a:srgbClr val="AC98DB"/>
    </a:custClr>
    <a:custClr name="EY Special Use Lilac 50%">
      <a:srgbClr val="D8D2E0"/>
    </a:custClr>
    <a:custClr name="EY Link Blue">
      <a:srgbClr val="336699"/>
    </a:custClr>
  </a:custClrLst>
</a:theme>
</file>

<file path=ppt/theme/theme2.xml><?xml version="1.0" encoding="utf-8"?>
<a:theme xmlns:a="http://schemas.openxmlformats.org/drawingml/2006/main" name="5_EY light background">
  <a:themeElements>
    <a:clrScheme name="Custom 26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11_EY widescreen presentation 2015 v1">
  <a:themeElements>
    <a:clrScheme name="Custom 2">
      <a:dk1>
        <a:srgbClr val="000000"/>
      </a:dk1>
      <a:lt1>
        <a:srgbClr val="646464"/>
      </a:lt1>
      <a:dk2>
        <a:srgbClr val="FFFFFF"/>
      </a:dk2>
      <a:lt2>
        <a:srgbClr val="646464"/>
      </a:lt2>
      <a:accent1>
        <a:srgbClr val="808080"/>
      </a:accent1>
      <a:accent2>
        <a:srgbClr val="FFE600"/>
      </a:accent2>
      <a:accent3>
        <a:srgbClr val="999999"/>
      </a:accent3>
      <a:accent4>
        <a:srgbClr val="F0F0F0"/>
      </a:accent4>
      <a:accent5>
        <a:srgbClr val="00A3AE"/>
      </a:accent5>
      <a:accent6>
        <a:srgbClr val="C0C0C0"/>
      </a:accent6>
      <a:hlink>
        <a:srgbClr val="336699"/>
      </a:hlink>
      <a:folHlink>
        <a:srgbClr val="91278F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  <a:custClrLst>
    <a:custClr name="EY Special Use Red">
      <a:srgbClr val="F04C3E"/>
    </a:custClr>
    <a:custClr name="EY Special Use Blue 50%">
      <a:srgbClr val="7FD1D6"/>
    </a:custClr>
    <a:custClr name="EY Special Use Purple">
      <a:srgbClr val="91278F"/>
    </a:custClr>
    <a:custClr name="EY Special Use Purple 50%">
      <a:srgbClr val="C893C7"/>
    </a:custClr>
    <a:custClr name="EY Special Use Green">
      <a:srgbClr val="2C973E"/>
    </a:custClr>
    <a:custClr name="EY Special Use Green 50%">
      <a:srgbClr val="95CB89"/>
    </a:custClr>
    <a:custClr name="EY Yellow 50%">
      <a:srgbClr val="FFF27F"/>
    </a:custClr>
    <a:custClr name="EY Special Use Lilac">
      <a:srgbClr val="AC98DB"/>
    </a:custClr>
    <a:custClr name="EY Special Use Lilac 50%">
      <a:srgbClr val="D8D2E0"/>
    </a:custClr>
    <a:custClr name="EY Link Blue">
      <a:srgbClr val="336699"/>
    </a:custClr>
  </a:custClrLst>
</a:theme>
</file>

<file path=ppt/theme/theme4.xml><?xml version="1.0" encoding="utf-8"?>
<a:theme xmlns:a="http://schemas.openxmlformats.org/drawingml/2006/main" name="2_EY widescreen presentation 2015 v1">
  <a:themeElements>
    <a:clrScheme name="Custom 2">
      <a:dk1>
        <a:srgbClr val="000000"/>
      </a:dk1>
      <a:lt1>
        <a:srgbClr val="646464"/>
      </a:lt1>
      <a:dk2>
        <a:srgbClr val="FFFFFF"/>
      </a:dk2>
      <a:lt2>
        <a:srgbClr val="646464"/>
      </a:lt2>
      <a:accent1>
        <a:srgbClr val="808080"/>
      </a:accent1>
      <a:accent2>
        <a:srgbClr val="FFE600"/>
      </a:accent2>
      <a:accent3>
        <a:srgbClr val="999999"/>
      </a:accent3>
      <a:accent4>
        <a:srgbClr val="F0F0F0"/>
      </a:accent4>
      <a:accent5>
        <a:srgbClr val="00A3AE"/>
      </a:accent5>
      <a:accent6>
        <a:srgbClr val="C0C0C0"/>
      </a:accent6>
      <a:hlink>
        <a:srgbClr val="336699"/>
      </a:hlink>
      <a:folHlink>
        <a:srgbClr val="91278F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  <a:custClrLst>
    <a:custClr name="EY Special Use Red">
      <a:srgbClr val="F04C3E"/>
    </a:custClr>
    <a:custClr name="EY Special Use Blue 50%">
      <a:srgbClr val="7FD1D6"/>
    </a:custClr>
    <a:custClr name="EY Special Use Purple">
      <a:srgbClr val="91278F"/>
    </a:custClr>
    <a:custClr name="EY Special Use Purple 50%">
      <a:srgbClr val="C893C7"/>
    </a:custClr>
    <a:custClr name="EY Special Use Green">
      <a:srgbClr val="2C973E"/>
    </a:custClr>
    <a:custClr name="EY Special Use Green 50%">
      <a:srgbClr val="95CB89"/>
    </a:custClr>
    <a:custClr name="EY Yellow 50%">
      <a:srgbClr val="FFF27F"/>
    </a:custClr>
    <a:custClr name="EY Special Use Lilac">
      <a:srgbClr val="AC98DB"/>
    </a:custClr>
    <a:custClr name="EY Special Use Lilac 50%">
      <a:srgbClr val="D8D2E0"/>
    </a:custClr>
    <a:custClr name="EY Link Blue">
      <a:srgbClr val="336699"/>
    </a:custClr>
  </a:custClrLst>
</a:theme>
</file>

<file path=ppt/theme/theme5.xml><?xml version="1.0" encoding="utf-8"?>
<a:theme xmlns:a="http://schemas.openxmlformats.org/drawingml/2006/main" name="9_EY widescreen presentation 2015 v1">
  <a:themeElements>
    <a:clrScheme name="Custom 2">
      <a:dk1>
        <a:srgbClr val="000000"/>
      </a:dk1>
      <a:lt1>
        <a:srgbClr val="646464"/>
      </a:lt1>
      <a:dk2>
        <a:srgbClr val="FFFFFF"/>
      </a:dk2>
      <a:lt2>
        <a:srgbClr val="646464"/>
      </a:lt2>
      <a:accent1>
        <a:srgbClr val="808080"/>
      </a:accent1>
      <a:accent2>
        <a:srgbClr val="FFE600"/>
      </a:accent2>
      <a:accent3>
        <a:srgbClr val="999999"/>
      </a:accent3>
      <a:accent4>
        <a:srgbClr val="F0F0F0"/>
      </a:accent4>
      <a:accent5>
        <a:srgbClr val="00A3AE"/>
      </a:accent5>
      <a:accent6>
        <a:srgbClr val="C0C0C0"/>
      </a:accent6>
      <a:hlink>
        <a:srgbClr val="336699"/>
      </a:hlink>
      <a:folHlink>
        <a:srgbClr val="91278F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  <a:custClrLst>
    <a:custClr name="EY Special Use Red">
      <a:srgbClr val="F04C3E"/>
    </a:custClr>
    <a:custClr name="EY Special Use Blue 50%">
      <a:srgbClr val="7FD1D6"/>
    </a:custClr>
    <a:custClr name="EY Special Use Purple">
      <a:srgbClr val="91278F"/>
    </a:custClr>
    <a:custClr name="EY Special Use Purple 50%">
      <a:srgbClr val="C893C7"/>
    </a:custClr>
    <a:custClr name="EY Special Use Green">
      <a:srgbClr val="2C973E"/>
    </a:custClr>
    <a:custClr name="EY Special Use Green 50%">
      <a:srgbClr val="95CB89"/>
    </a:custClr>
    <a:custClr name="EY Yellow 50%">
      <a:srgbClr val="FFF27F"/>
    </a:custClr>
    <a:custClr name="EY Special Use Lilac">
      <a:srgbClr val="AC98DB"/>
    </a:custClr>
    <a:custClr name="EY Special Use Lilac 50%">
      <a:srgbClr val="D8D2E0"/>
    </a:custClr>
    <a:custClr name="EY Link Blue">
      <a:srgbClr val="336699"/>
    </a:custClr>
  </a:custClrLst>
</a:theme>
</file>

<file path=ppt/theme/theme6.xml><?xml version="1.0" encoding="utf-8"?>
<a:theme xmlns:a="http://schemas.openxmlformats.org/drawingml/2006/main" name="20_Other Layouts">
  <a:themeElements>
    <a:clrScheme name="EY M&amp;A">
      <a:dk1>
        <a:srgbClr val="000000"/>
      </a:dk1>
      <a:lt1>
        <a:srgbClr val="FFFFFF"/>
      </a:lt1>
      <a:dk2>
        <a:srgbClr val="7F7E82"/>
      </a:dk2>
      <a:lt2>
        <a:srgbClr val="F2F2F2"/>
      </a:lt2>
      <a:accent1>
        <a:srgbClr val="7F7E82"/>
      </a:accent1>
      <a:accent2>
        <a:srgbClr val="FFE600"/>
      </a:accent2>
      <a:accent3>
        <a:srgbClr val="A5A4A7"/>
      </a:accent3>
      <a:accent4>
        <a:srgbClr val="CCCBCD"/>
      </a:accent4>
      <a:accent5>
        <a:srgbClr val="F2F2F2"/>
      </a:accent5>
      <a:accent6>
        <a:srgbClr val="FFE87F"/>
      </a:accent6>
      <a:hlink>
        <a:srgbClr val="0070C0"/>
      </a:hlink>
      <a:folHlink>
        <a:srgbClr val="0070C0"/>
      </a:folHlink>
    </a:clrScheme>
    <a:fontScheme name="Custom 1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headEnd type="none" w="med" len="med"/>
          <a:tailEnd type="none" w="med" len="med"/>
        </a:ln>
      </a:spPr>
      <a:bodyPr vert="horz" wrap="none" lIns="91440" tIns="45720" rIns="91440" bIns="45720" numCol="1" rtlCol="0" anchor="t" anchorCtr="0" compatLnSpc="1">
        <a:prstTxWarp prst="textNoShape">
          <a:avLst/>
        </a:prstTxWarp>
      </a:bodyPr>
      <a:lstStyle>
        <a:defPPr marL="133350" marR="0" indent="-13335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sz="1200" b="1" dirty="0" smtClean="0">
            <a:solidFill>
              <a:schemeClr val="tx1">
                <a:lumMod val="75000"/>
              </a:schemeClr>
            </a:solidFill>
            <a:latin typeface="+mj-lt"/>
            <a:ea typeface="맑은 고딕" pitchFamily="50" charset="-127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txDef>
      <a:spPr bwMode="auto">
        <a:noFill/>
        <a:ln w="9525" algn="ctr">
          <a:noFill/>
          <a:miter lim="800000"/>
          <a:headEnd/>
          <a:tailEnd/>
        </a:ln>
      </a:spPr>
      <a:bodyPr lIns="95689" tIns="47843" rIns="95689" bIns="47843">
        <a:spAutoFit/>
      </a:bodyPr>
      <a:lstStyle>
        <a:defPPr marL="179388" indent="-179388" eaLnBrk="0" hangingPunct="0">
          <a:spcBef>
            <a:spcPct val="30000"/>
          </a:spcBef>
          <a:buClr>
            <a:srgbClr val="000066"/>
          </a:buClr>
          <a:buBlip>
            <a:blip xmlns:r="http://schemas.openxmlformats.org/officeDocument/2006/relationships" r:embed="rId1"/>
          </a:buBlip>
          <a:defRPr sz="1200" b="1" dirty="0" smtClean="0">
            <a:solidFill>
              <a:srgbClr val="000000"/>
            </a:solidFill>
            <a:latin typeface="+mj-lt"/>
            <a:ea typeface="맑은 고딕" pitchFamily="50" charset="-127"/>
            <a:cs typeface="Arial" charset="0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3_EY regular presentation 2015 v1">
  <a:themeElements>
    <a:clrScheme name="EY light print">
      <a:dk1>
        <a:srgbClr val="000000"/>
      </a:dk1>
      <a:lt1>
        <a:srgbClr val="646464"/>
      </a:lt1>
      <a:dk2>
        <a:srgbClr val="FFFFFF"/>
      </a:dk2>
      <a:lt2>
        <a:srgbClr val="646464"/>
      </a:lt2>
      <a:accent1>
        <a:srgbClr val="808080"/>
      </a:accent1>
      <a:accent2>
        <a:srgbClr val="FFE600"/>
      </a:accent2>
      <a:accent3>
        <a:srgbClr val="999999"/>
      </a:accent3>
      <a:accent4>
        <a:srgbClr val="F0F0F0"/>
      </a:accent4>
      <a:accent5>
        <a:srgbClr val="00A3AE"/>
      </a:accent5>
      <a:accent6>
        <a:srgbClr val="C0C0C0"/>
      </a:accent6>
      <a:hlink>
        <a:srgbClr val="336699"/>
      </a:hlink>
      <a:folHlink>
        <a:srgbClr val="91278F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  <a:custClrLst>
    <a:custClr name="EY Special Use Red">
      <a:srgbClr val="F04C3E"/>
    </a:custClr>
    <a:custClr name="EY Special Use Blue 50%">
      <a:srgbClr val="7FD1D6"/>
    </a:custClr>
    <a:custClr name="EY Special Use Purple">
      <a:srgbClr val="91278F"/>
    </a:custClr>
    <a:custClr name="EY Special Use Purple 50%">
      <a:srgbClr val="C893C7"/>
    </a:custClr>
    <a:custClr name="EY Special Use Green">
      <a:srgbClr val="2C973E"/>
    </a:custClr>
    <a:custClr name="EY Special Use Green 50%">
      <a:srgbClr val="95CB89"/>
    </a:custClr>
    <a:custClr name="EY Yellow 50%">
      <a:srgbClr val="FFF27F"/>
    </a:custClr>
    <a:custClr name="EY Special Use Lilac">
      <a:srgbClr val="AC98DB"/>
    </a:custClr>
    <a:custClr name="EY Special Use Lilac 50%">
      <a:srgbClr val="D8D2E0"/>
    </a:custClr>
    <a:custClr name="EY Link Blue">
      <a:srgbClr val="336699"/>
    </a:custClr>
  </a:custClrLst>
  <a:extLst>
    <a:ext uri="{05A4C25C-085E-4340-85A3-A5531E510DB2}">
      <thm15:themeFamily xmlns:thm15="http://schemas.microsoft.com/office/thememl/2012/main" name="EY Presentation Regular.potx" id="{511D04A8-B51D-4F19-AA8F-BE701ECA67DC}" vid="{3D1AFDCA-3CB6-4A51-B6A1-10B56B08F019}"/>
    </a:ext>
  </a:extLst>
</a:theme>
</file>

<file path=ppt/theme/theme8.xml><?xml version="1.0" encoding="utf-8"?>
<a:theme xmlns:a="http://schemas.openxmlformats.org/drawingml/2006/main" name="1_EY-Parthenon Korea">
  <a:themeElements>
    <a:clrScheme name="Custom 145">
      <a:dk1>
        <a:srgbClr val="000000"/>
      </a:dk1>
      <a:lt1>
        <a:srgbClr val="646464"/>
      </a:lt1>
      <a:dk2>
        <a:srgbClr val="FFFFFF"/>
      </a:dk2>
      <a:lt2>
        <a:srgbClr val="646464"/>
      </a:lt2>
      <a:accent1>
        <a:srgbClr val="808080"/>
      </a:accent1>
      <a:accent2>
        <a:srgbClr val="1A9AFA"/>
      </a:accent2>
      <a:accent3>
        <a:srgbClr val="999999"/>
      </a:accent3>
      <a:accent4>
        <a:srgbClr val="F0F0F0"/>
      </a:accent4>
      <a:accent5>
        <a:srgbClr val="2E2E38"/>
      </a:accent5>
      <a:accent6>
        <a:srgbClr val="C0C0C0"/>
      </a:accent6>
      <a:hlink>
        <a:srgbClr val="336699"/>
      </a:hlink>
      <a:folHlink>
        <a:srgbClr val="7030A0"/>
      </a:folHlink>
    </a:clrScheme>
    <a:fontScheme name="현대하모니_">
      <a:majorFont>
        <a:latin typeface="현대하모니 M"/>
        <a:ea typeface="현대하모니 M"/>
        <a:cs typeface=""/>
      </a:majorFont>
      <a:minorFont>
        <a:latin typeface="현대하모니 L"/>
        <a:ea typeface="현대하모니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36000" rIns="36000">
        <a:spAutoFit/>
      </a:bodyPr>
      <a:lstStyle>
        <a:defPPr marL="182563" indent="-182563" algn="l">
          <a:lnSpc>
            <a:spcPts val="1600"/>
          </a:lnSpc>
          <a:spcBef>
            <a:spcPts val="450"/>
          </a:spcBef>
          <a:buClr>
            <a:schemeClr val="accent2"/>
          </a:buClr>
          <a:buSzPct val="70000"/>
          <a:buFont typeface="Arial" pitchFamily="34" charset="0"/>
          <a:buChar char="►"/>
          <a:defRPr sz="1200" dirty="0">
            <a:latin typeface="EYInterstate Light" panose="02000506000000020004" pitchFamily="2" charset="0"/>
            <a:ea typeface="함초롬돋움" panose="020B0604000101010101" pitchFamily="50" charset="-127"/>
          </a:defRPr>
        </a:defPPr>
      </a:lstStyle>
    </a:spDef>
    <a:lnDef>
      <a:spPr>
        <a:ln w="9525">
          <a:solidFill>
            <a:schemeClr val="accent3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 lIns="72000" tIns="36000" rIns="72000" bIns="36000" rtlCol="0">
        <a:spAutoFit/>
      </a:bodyPr>
      <a:lstStyle>
        <a:defPPr algn="l">
          <a:buClr>
            <a:schemeClr val="bg1"/>
          </a:buClr>
          <a:buSzPct val="100000"/>
          <a:defRPr sz="1200" dirty="0" smtClean="0">
            <a:solidFill>
              <a:schemeClr val="bg1"/>
            </a:solidFill>
            <a:latin typeface="+mn-ea"/>
          </a:defRPr>
        </a:defPPr>
      </a:lstStyle>
    </a:txDef>
  </a:objectDefaults>
  <a:extraClrSchemeLst/>
  <a:custClrLst>
    <a:custClr name="Parthenon Dark Blue">
      <a:srgbClr val="336699"/>
    </a:custClr>
    <a:custClr name="Parthenon Green">
      <a:srgbClr val="2C973E"/>
    </a:custClr>
    <a:custClr name="Parthenon Red">
      <a:srgbClr val="F04C3E"/>
    </a:custClr>
    <a:custClr name="Parthenon Purple">
      <a:srgbClr val="91278F"/>
    </a:custClr>
    <a:custClr name="Parthenon Orange">
      <a:srgbClr val="FF8200"/>
    </a:custClr>
    <a:custClr name="EY Yellow">
      <a:srgbClr val="FFE600"/>
    </a:custClr>
    <a:custClr name="Parthenon Gray">
      <a:srgbClr val="646464"/>
    </a:custClr>
    <a:custClr name="BLANK">
      <a:srgbClr val="FFFFFF"/>
    </a:custClr>
    <a:custClr name="Parthenon Lilac">
      <a:srgbClr val="AC98DB"/>
    </a:custClr>
    <a:custClr name="Alternatives">
      <a:srgbClr val="274F77"/>
    </a:custClr>
    <a:custClr name="Parthenon Dark Blue 75%">
      <a:srgbClr val="668DB3"/>
    </a:custClr>
    <a:custClr name="Parthenon Green 75%">
      <a:srgbClr val="61B16E"/>
    </a:custClr>
    <a:custClr name="Parthenon Red 75%">
      <a:srgbClr val="F4796E"/>
    </a:custClr>
    <a:custClr name="Parthenon Purple 75%">
      <a:srgbClr val="AC5EA5"/>
    </a:custClr>
    <a:custClr name="Parthenon Orange 75%">
      <a:srgbClr val="F89A38"/>
    </a:custClr>
    <a:custClr name="EY Yellow 75%">
      <a:srgbClr val="FFEB3F"/>
    </a:custClr>
    <a:custClr name="Parthenon Gray 75%">
      <a:srgbClr val="838383"/>
    </a:custClr>
    <a:custClr name="BLANK">
      <a:srgbClr val="FFFFFF"/>
    </a:custClr>
    <a:custClr name="BLANK">
      <a:srgbClr val="FFFFFF"/>
    </a:custClr>
    <a:custClr name="Alternatives">
      <a:srgbClr val="336699"/>
    </a:custClr>
    <a:custClr name="Parthenon Dark Blue 50%">
      <a:srgbClr val="99B3CC"/>
    </a:custClr>
    <a:custClr name="Parthenon Green 50%">
      <a:srgbClr val="95CB9E"/>
    </a:custClr>
    <a:custClr name="Parthenon Red 50%">
      <a:srgbClr val="F7A59E"/>
    </a:custClr>
    <a:custClr name="Parthenon Purple 50%">
      <a:srgbClr val="C792C2"/>
    </a:custClr>
    <a:custClr name="Parthenon Orange 50%">
      <a:srgbClr val="FDC07F"/>
    </a:custClr>
    <a:custClr name="EY Yellow 50%">
      <a:srgbClr val="FFF381"/>
    </a:custClr>
    <a:custClr name="Parthenon Gray 50%">
      <a:srgbClr val="B2B2B2"/>
    </a:custClr>
    <a:custClr name="BLANK">
      <a:srgbClr val="FFFFFF"/>
    </a:custClr>
    <a:custClr name="BLANK">
      <a:srgbClr val="FFFFFF"/>
    </a:custClr>
    <a:custClr name="Alternatives">
      <a:srgbClr val="3D8BCB"/>
    </a:custClr>
    <a:custClr name="Parthenon Dark Blue 25%">
      <a:srgbClr val="CCD9E5"/>
    </a:custClr>
    <a:custClr name="Parthenon Green 25%">
      <a:srgbClr val="CAE5CF"/>
    </a:custClr>
    <a:custClr name="Parthenon Red 25%">
      <a:srgbClr val="FBD2CF"/>
    </a:custClr>
    <a:custClr name="Parthenon Purple 25%">
      <a:srgbClr val="E3CAE2"/>
    </a:custClr>
    <a:custClr name="Parthenon Orange 25%">
      <a:srgbClr val="FEDFBF"/>
    </a:custClr>
    <a:custClr name="EY Yellow 25%">
      <a:srgbClr val="FFF8C0"/>
    </a:custClr>
    <a:custClr name="Parthenon Gray 25%">
      <a:srgbClr val="D9D9D9"/>
    </a:custClr>
    <a:custClr name="BLANK">
      <a:srgbClr val="FFFFFF"/>
    </a:custClr>
    <a:custClr name="BLANK">
      <a:srgbClr val="FFFFFF"/>
    </a:custClr>
    <a:custClr name="Alternatives">
      <a:srgbClr val="79BAE7"/>
    </a:custClr>
    <a:custClr name="Parthenon Dark Blue 10%">
      <a:srgbClr val="ECF0F4"/>
    </a:custClr>
    <a:custClr name="Parthenon Green 10%">
      <a:srgbClr val="EBF5ED"/>
    </a:custClr>
    <a:custClr name="Parthenon Red 10%">
      <a:srgbClr val="FEEEEC"/>
    </a:custClr>
    <a:custClr name="Parthenon Purple 10%">
      <a:srgbClr val="F4E9F3"/>
    </a:custClr>
    <a:custClr name="Parthenon Orange 10%">
      <a:srgbClr val="FFF3E7"/>
    </a:custClr>
    <a:custClr name="EY Yellow 10%">
      <a:srgbClr val="FFFCE8"/>
    </a:custClr>
    <a:custClr name="Parthenon Gray 10%">
      <a:srgbClr val="F0F0F0"/>
    </a:custClr>
    <a:custClr name="BLANK">
      <a:srgbClr val="FFFFFF"/>
    </a:custClr>
    <a:custClr name="BLANK">
      <a:srgbClr val="FFFFFF"/>
    </a:custClr>
    <a:custClr name="Alternatives">
      <a:srgbClr val="BCDDF2"/>
    </a:custClr>
  </a:custClrLst>
</a:theme>
</file>

<file path=ppt/theme/theme9.xml><?xml version="1.0" encoding="utf-8"?>
<a:theme xmlns:a="http://schemas.openxmlformats.org/drawingml/2006/main" name="112_EY widescreen presentation 2015 v1">
  <a:themeElements>
    <a:clrScheme name="Custom 2">
      <a:dk1>
        <a:srgbClr val="000000"/>
      </a:dk1>
      <a:lt1>
        <a:srgbClr val="646464"/>
      </a:lt1>
      <a:dk2>
        <a:srgbClr val="FFFFFF"/>
      </a:dk2>
      <a:lt2>
        <a:srgbClr val="646464"/>
      </a:lt2>
      <a:accent1>
        <a:srgbClr val="808080"/>
      </a:accent1>
      <a:accent2>
        <a:srgbClr val="FFE600"/>
      </a:accent2>
      <a:accent3>
        <a:srgbClr val="999999"/>
      </a:accent3>
      <a:accent4>
        <a:srgbClr val="F0F0F0"/>
      </a:accent4>
      <a:accent5>
        <a:srgbClr val="00A3AE"/>
      </a:accent5>
      <a:accent6>
        <a:srgbClr val="C0C0C0"/>
      </a:accent6>
      <a:hlink>
        <a:srgbClr val="336699"/>
      </a:hlink>
      <a:folHlink>
        <a:srgbClr val="91278F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  <a:custClrLst>
    <a:custClr name="EY Special Use Red">
      <a:srgbClr val="F04C3E"/>
    </a:custClr>
    <a:custClr name="EY Special Use Blue 50%">
      <a:srgbClr val="7FD1D6"/>
    </a:custClr>
    <a:custClr name="EY Special Use Purple">
      <a:srgbClr val="91278F"/>
    </a:custClr>
    <a:custClr name="EY Special Use Purple 50%">
      <a:srgbClr val="C893C7"/>
    </a:custClr>
    <a:custClr name="EY Special Use Green">
      <a:srgbClr val="2C973E"/>
    </a:custClr>
    <a:custClr name="EY Special Use Green 50%">
      <a:srgbClr val="95CB89"/>
    </a:custClr>
    <a:custClr name="EY Yellow 50%">
      <a:srgbClr val="FFF27F"/>
    </a:custClr>
    <a:custClr name="EY Special Use Lilac">
      <a:srgbClr val="AC98DB"/>
    </a:custClr>
    <a:custClr name="EY Special Use Lilac 50%">
      <a:srgbClr val="D8D2E0"/>
    </a:custClr>
    <a:custClr name="EY Link Blue">
      <a:srgbClr val="336699"/>
    </a:custClr>
  </a:custClrLst>
</a:theme>
</file>

<file path=ppt/theme/theme10.xml><?xml version="1.0" encoding="utf-8"?>
<a:theme xmlns:a="http://schemas.openxmlformats.org/drawingml/2006/main" name="10_EY widescreen presentation 2015 v1">
  <a:themeElements>
    <a:clrScheme name="Custom 2">
      <a:dk1>
        <a:srgbClr val="000000"/>
      </a:dk1>
      <a:lt1>
        <a:srgbClr val="646464"/>
      </a:lt1>
      <a:dk2>
        <a:srgbClr val="FFFFFF"/>
      </a:dk2>
      <a:lt2>
        <a:srgbClr val="646464"/>
      </a:lt2>
      <a:accent1>
        <a:srgbClr val="808080"/>
      </a:accent1>
      <a:accent2>
        <a:srgbClr val="FFE600"/>
      </a:accent2>
      <a:accent3>
        <a:srgbClr val="999999"/>
      </a:accent3>
      <a:accent4>
        <a:srgbClr val="F0F0F0"/>
      </a:accent4>
      <a:accent5>
        <a:srgbClr val="00A3AE"/>
      </a:accent5>
      <a:accent6>
        <a:srgbClr val="C0C0C0"/>
      </a:accent6>
      <a:hlink>
        <a:srgbClr val="336699"/>
      </a:hlink>
      <a:folHlink>
        <a:srgbClr val="91278F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  <a:custClrLst>
    <a:custClr name="EY Special Use Red">
      <a:srgbClr val="F04C3E"/>
    </a:custClr>
    <a:custClr name="EY Special Use Blue 50%">
      <a:srgbClr val="7FD1D6"/>
    </a:custClr>
    <a:custClr name="EY Special Use Purple">
      <a:srgbClr val="91278F"/>
    </a:custClr>
    <a:custClr name="EY Special Use Purple 50%">
      <a:srgbClr val="C893C7"/>
    </a:custClr>
    <a:custClr name="EY Special Use Green">
      <a:srgbClr val="2C973E"/>
    </a:custClr>
    <a:custClr name="EY Special Use Green 50%">
      <a:srgbClr val="95CB89"/>
    </a:custClr>
    <a:custClr name="EY Yellow 50%">
      <a:srgbClr val="FFF27F"/>
    </a:custClr>
    <a:custClr name="EY Special Use Lilac">
      <a:srgbClr val="AC98DB"/>
    </a:custClr>
    <a:custClr name="EY Special Use Lilac 50%">
      <a:srgbClr val="D8D2E0"/>
    </a:custClr>
    <a:custClr name="EY Link Blue">
      <a:srgbClr val="336699"/>
    </a:custClr>
  </a:custClr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EY regular presentation 2015 v1</Template>
  <TotalTime>48</TotalTime>
  <Words>409</Words>
  <Application>Microsoft Office PowerPoint</Application>
  <PresentationFormat>화면 슬라이드 쇼(4:3)</PresentationFormat>
  <Paragraphs>47</Paragraphs>
  <Slides>8</Slides>
  <Notes>8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10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27" baseType="lpstr">
      <vt:lpstr>EYInterstate</vt:lpstr>
      <vt:lpstr>EYInterstate Light</vt:lpstr>
      <vt:lpstr>굴림</vt:lpstr>
      <vt:lpstr>현대하모니 L</vt:lpstr>
      <vt:lpstr>현대하모니 M</vt:lpstr>
      <vt:lpstr>맑은 고딕</vt:lpstr>
      <vt:lpstr>Arial</vt:lpstr>
      <vt:lpstr>Times New Roman</vt:lpstr>
      <vt:lpstr>1_EY widescreen presentation 2015 v1</vt:lpstr>
      <vt:lpstr>5_EY light background</vt:lpstr>
      <vt:lpstr>111_EY widescreen presentation 2015 v1</vt:lpstr>
      <vt:lpstr>2_EY widescreen presentation 2015 v1</vt:lpstr>
      <vt:lpstr>9_EY widescreen presentation 2015 v1</vt:lpstr>
      <vt:lpstr>20_Other Layouts</vt:lpstr>
      <vt:lpstr>23_EY regular presentation 2015 v1</vt:lpstr>
      <vt:lpstr>1_EY-Parthenon Korea</vt:lpstr>
      <vt:lpstr>112_EY widescreen presentation 2015 v1</vt:lpstr>
      <vt:lpstr>10_EY widescreen presentation 2015 v1</vt:lpstr>
      <vt:lpstr>think-cell Slide</vt:lpstr>
      <vt:lpstr>PowerPoint 프레젠테이션</vt:lpstr>
      <vt:lpstr>Case Study. Tesla's Evolution-Mass Market Electric Vehicles</vt:lpstr>
      <vt:lpstr>Case Study. Tesla's Evolution-Mass Market Electric Vehicles</vt:lpstr>
      <vt:lpstr>Case Study. Tesla's Evolution-Mass Market Electric Vehicles</vt:lpstr>
      <vt:lpstr>Case Study. Tesla's Evolution-Mass Market Electric Vehicles</vt:lpstr>
      <vt:lpstr>Case Study. Tesla's Evolution-Mass Market Electric Vehicles</vt:lpstr>
      <vt:lpstr>Case Study. Tesla's Evolution-Mass Market Electric Vehicles</vt:lpstr>
      <vt:lpstr>Your Note!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OH Dongju</cp:lastModifiedBy>
  <cp:revision>1</cp:revision>
  <dcterms:created xsi:type="dcterms:W3CDTF">2016-03-16T05:57:49Z</dcterms:created>
  <dcterms:modified xsi:type="dcterms:W3CDTF">2026-06-20T04:00:45Z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ppReportDate">
    <vt:lpwstr/>
  </property>
  <property fmtid="{D5CDD505-2E9C-101B-9397-08002B2CF9AE}" pid="3" name="WppReportVersion">
    <vt:lpwstr>Version 1.0</vt:lpwstr>
  </property>
  <property fmtid="{D5CDD505-2E9C-101B-9397-08002B2CF9AE}" pid="4" name="WppReportDraft">
    <vt:lpwstr>(Draft)</vt:lpwstr>
  </property>
  <property fmtid="{D5CDD505-2E9C-101B-9397-08002B2CF9AE}" pid="5" name="WppReportCurrencySymbol">
    <vt:lpwstr>₩</vt:lpwstr>
  </property>
  <property fmtid="{D5CDD505-2E9C-101B-9397-08002B2CF9AE}" pid="6" name="WppReportDashboardTitleText">
    <vt:lpwstr>Dashboard</vt:lpwstr>
  </property>
  <property fmtid="{D5CDD505-2E9C-101B-9397-08002B2CF9AE}" pid="7" name="WppReportShortPageNumberFormat">
    <vt:lpwstr>Page &lt;#&gt;</vt:lpwstr>
  </property>
  <property fmtid="{D5CDD505-2E9C-101B-9397-08002B2CF9AE}" pid="8" name="WppReportLongPageNumberFormat">
    <vt:lpwstr>Page &lt;#&gt; of &lt;PageCount&gt;</vt:lpwstr>
  </property>
  <property fmtid="{D5CDD505-2E9C-101B-9397-08002B2CF9AE}" pid="9" name="WppReportTocTitleText">
    <vt:lpwstr>Table of contents</vt:lpwstr>
  </property>
  <property fmtid="{D5CDD505-2E9C-101B-9397-08002B2CF9AE}" pid="10" name="WppReportIsTocUpdateRecommended">
    <vt:bool>true</vt:bool>
  </property>
  <property fmtid="{D5CDD505-2E9C-101B-9397-08002B2CF9AE}" pid="11" name="WppReportPropertiesLastWrittenToDocument">
    <vt:filetime>2019-02-26T16:22:43Z</vt:filetime>
  </property>
</Properties>
</file>